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7556500" cy="10693400"/>
  <p:notesSz cx="75565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148244" y="1079241"/>
            <a:ext cx="7366275" cy="952752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312" y="856462"/>
            <a:ext cx="7556500" cy="2356509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9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1576895" y="3886259"/>
            <a:ext cx="4582440" cy="1906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624461" y="967852"/>
            <a:ext cx="6423025" cy="2292150"/>
          </a:xfrm>
        </p:spPr>
        <p:txBody>
          <a:bodyPr/>
          <a:lstStyle>
            <a:lvl1pPr>
              <a:defRPr sz="2975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377825" y="9737925"/>
            <a:ext cx="1763183" cy="742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2581804" y="9737925"/>
            <a:ext cx="2392892" cy="742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/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5415492" y="9737925"/>
            <a:ext cx="1763183" cy="742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74" y="2665925"/>
            <a:ext cx="6517481" cy="4448157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574" y="7156163"/>
            <a:ext cx="6517481" cy="2339180"/>
          </a:xfrm>
        </p:spPr>
        <p:txBody>
          <a:bodyPr/>
          <a:lstStyle>
            <a:lvl1pPr marL="0" indent="0">
              <a:buNone/>
              <a:defRPr sz="1985"/>
            </a:lvl1pPr>
            <a:lvl2pPr marL="377825" indent="0">
              <a:buNone/>
              <a:defRPr sz="1655"/>
            </a:lvl2pPr>
            <a:lvl3pPr marL="755650" indent="0">
              <a:buNone/>
              <a:defRPr sz="1490"/>
            </a:lvl3pPr>
            <a:lvl4pPr marL="1133475" indent="0">
              <a:buNone/>
              <a:defRPr sz="1320"/>
            </a:lvl4pPr>
            <a:lvl5pPr marL="1511300" indent="0">
              <a:buNone/>
              <a:defRPr sz="1320"/>
            </a:lvl5pPr>
            <a:lvl6pPr marL="1889125" indent="0">
              <a:buNone/>
              <a:defRPr sz="1320"/>
            </a:lvl6pPr>
            <a:lvl7pPr marL="2266950" indent="0">
              <a:buNone/>
              <a:defRPr sz="1320"/>
            </a:lvl7pPr>
            <a:lvl8pPr marL="2644775" indent="0">
              <a:buNone/>
              <a:defRPr sz="1320"/>
            </a:lvl8pPr>
            <a:lvl9pPr marL="3022600" indent="0">
              <a:buNone/>
              <a:defRPr sz="132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2495127"/>
            <a:ext cx="3337454" cy="70571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1221" y="2495127"/>
            <a:ext cx="3337454" cy="70571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325"/>
            <a:ext cx="6517481" cy="206689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2" y="2621369"/>
            <a:ext cx="3197081" cy="128469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5650" indent="0">
              <a:buNone/>
              <a:defRPr sz="1490" b="1"/>
            </a:lvl3pPr>
            <a:lvl4pPr marL="1133475" indent="0">
              <a:buNone/>
              <a:defRPr sz="1320" b="1"/>
            </a:lvl4pPr>
            <a:lvl5pPr marL="1511300" indent="0">
              <a:buNone/>
              <a:defRPr sz="1320" b="1"/>
            </a:lvl5pPr>
            <a:lvl6pPr marL="1889125" indent="0">
              <a:buNone/>
              <a:defRPr sz="1320" b="1"/>
            </a:lvl6pPr>
            <a:lvl7pPr marL="2266950" indent="0">
              <a:buNone/>
              <a:defRPr sz="1320" b="1"/>
            </a:lvl7pPr>
            <a:lvl8pPr marL="2644775" indent="0">
              <a:buNone/>
              <a:defRPr sz="1320" b="1"/>
            </a:lvl8pPr>
            <a:lvl9pPr marL="3022600" indent="0">
              <a:buNone/>
              <a:defRPr sz="13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2" y="3906061"/>
            <a:ext cx="3197081" cy="574522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5478" y="2621369"/>
            <a:ext cx="3212825" cy="128469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5650" indent="0">
              <a:buNone/>
              <a:defRPr sz="1490" b="1"/>
            </a:lvl3pPr>
            <a:lvl4pPr marL="1133475" indent="0">
              <a:buNone/>
              <a:defRPr sz="1320" b="1"/>
            </a:lvl4pPr>
            <a:lvl5pPr marL="1511300" indent="0">
              <a:buNone/>
              <a:defRPr sz="1320" b="1"/>
            </a:lvl5pPr>
            <a:lvl6pPr marL="1889125" indent="0">
              <a:buNone/>
              <a:defRPr sz="1320" b="1"/>
            </a:lvl6pPr>
            <a:lvl7pPr marL="2266950" indent="0">
              <a:buNone/>
              <a:defRPr sz="1320" b="1"/>
            </a:lvl7pPr>
            <a:lvl8pPr marL="2644775" indent="0">
              <a:buNone/>
              <a:defRPr sz="1320" b="1"/>
            </a:lvl8pPr>
            <a:lvl9pPr marL="3022600" indent="0">
              <a:buNone/>
              <a:defRPr sz="13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5478" y="3906061"/>
            <a:ext cx="3212825" cy="574522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893"/>
            <a:ext cx="2437496" cy="2495127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2825" y="1539652"/>
            <a:ext cx="3825478" cy="7599245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8020"/>
            <a:ext cx="2437496" cy="5943254"/>
          </a:xfrm>
        </p:spPr>
        <p:txBody>
          <a:bodyPr/>
          <a:lstStyle>
            <a:lvl1pPr marL="0" indent="0">
              <a:buNone/>
              <a:defRPr sz="1320"/>
            </a:lvl1pPr>
            <a:lvl2pPr marL="377825" indent="0">
              <a:buNone/>
              <a:defRPr sz="1155"/>
            </a:lvl2pPr>
            <a:lvl3pPr marL="755650" indent="0">
              <a:buNone/>
              <a:defRPr sz="990"/>
            </a:lvl3pPr>
            <a:lvl4pPr marL="1133475" indent="0">
              <a:buNone/>
              <a:defRPr sz="825"/>
            </a:lvl4pPr>
            <a:lvl5pPr marL="1511300" indent="0">
              <a:buNone/>
              <a:defRPr sz="825"/>
            </a:lvl5pPr>
            <a:lvl6pPr marL="1889125" indent="0">
              <a:buNone/>
              <a:defRPr sz="825"/>
            </a:lvl6pPr>
            <a:lvl7pPr marL="2266950" indent="0">
              <a:buNone/>
              <a:defRPr sz="825"/>
            </a:lvl7pPr>
            <a:lvl8pPr marL="2644775" indent="0">
              <a:buNone/>
              <a:defRPr sz="825"/>
            </a:lvl8pPr>
            <a:lvl9pPr marL="3022600" indent="0">
              <a:buNone/>
              <a:defRPr sz="82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893"/>
            <a:ext cx="2437496" cy="2495127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12825" y="1539652"/>
            <a:ext cx="3825478" cy="759924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5650" indent="0">
              <a:buNone/>
              <a:defRPr sz="1985"/>
            </a:lvl3pPr>
            <a:lvl4pPr marL="1133475" indent="0">
              <a:buNone/>
              <a:defRPr sz="1655"/>
            </a:lvl4pPr>
            <a:lvl5pPr marL="1511300" indent="0">
              <a:buNone/>
              <a:defRPr sz="1655"/>
            </a:lvl5pPr>
            <a:lvl6pPr marL="1889125" indent="0">
              <a:buNone/>
              <a:defRPr sz="1655"/>
            </a:lvl6pPr>
            <a:lvl7pPr marL="2266950" indent="0">
              <a:buNone/>
              <a:defRPr sz="1655"/>
            </a:lvl7pPr>
            <a:lvl8pPr marL="2644775" indent="0">
              <a:buNone/>
              <a:defRPr sz="1655"/>
            </a:lvl8pPr>
            <a:lvl9pPr marL="3022600" indent="0">
              <a:buNone/>
              <a:defRPr sz="1655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8020"/>
            <a:ext cx="2437496" cy="5943254"/>
          </a:xfrm>
        </p:spPr>
        <p:txBody>
          <a:bodyPr/>
          <a:lstStyle>
            <a:lvl1pPr marL="0" indent="0">
              <a:buNone/>
              <a:defRPr sz="1320"/>
            </a:lvl1pPr>
            <a:lvl2pPr marL="377825" indent="0">
              <a:buNone/>
              <a:defRPr sz="1155"/>
            </a:lvl2pPr>
            <a:lvl3pPr marL="755650" indent="0">
              <a:buNone/>
              <a:defRPr sz="990"/>
            </a:lvl3pPr>
            <a:lvl4pPr marL="1133475" indent="0">
              <a:buNone/>
              <a:defRPr sz="825"/>
            </a:lvl4pPr>
            <a:lvl5pPr marL="1511300" indent="0">
              <a:buNone/>
              <a:defRPr sz="825"/>
            </a:lvl5pPr>
            <a:lvl6pPr marL="1889125" indent="0">
              <a:buNone/>
              <a:defRPr sz="825"/>
            </a:lvl6pPr>
            <a:lvl7pPr marL="2266950" indent="0">
              <a:buNone/>
              <a:defRPr sz="825"/>
            </a:lvl7pPr>
            <a:lvl8pPr marL="2644775" indent="0">
              <a:buNone/>
              <a:defRPr sz="825"/>
            </a:lvl8pPr>
            <a:lvl9pPr marL="3022600" indent="0">
              <a:buNone/>
              <a:defRPr sz="82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78463" y="428232"/>
            <a:ext cx="1700213" cy="912404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825" y="428232"/>
            <a:ext cx="4974696" cy="912404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312" y="519818"/>
            <a:ext cx="7556500" cy="1574306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9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4791031" y="6921006"/>
            <a:ext cx="2760222" cy="363872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377825" y="428232"/>
            <a:ext cx="6800850" cy="178223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377825" y="2495127"/>
            <a:ext cx="6800850" cy="70571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377825" y="9737925"/>
            <a:ext cx="1763183" cy="742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155"/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2581804" y="9737925"/>
            <a:ext cx="2392892" cy="742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155"/>
            </a:lvl1pPr>
          </a:lstStyle>
          <a:p/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5415492" y="9737925"/>
            <a:ext cx="1763183" cy="742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155"/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635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283210" indent="-283210" algn="l" rtl="0" fontAlgn="base">
        <a:spcBef>
          <a:spcPts val="80"/>
        </a:spcBef>
        <a:spcAft>
          <a:spcPct val="0"/>
        </a:spcAft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1pPr>
      <a:lvl2pPr marL="614045" indent="-236220" algn="l" rtl="0" fontAlgn="base">
        <a:spcBef>
          <a:spcPts val="80"/>
        </a:spcBef>
        <a:spcAft>
          <a:spcPct val="0"/>
        </a:spcAft>
        <a:buChar char="–"/>
        <a:defRPr sz="2315" kern="1200">
          <a:solidFill>
            <a:schemeClr val="tx1"/>
          </a:solidFill>
          <a:latin typeface="+mn-lt"/>
          <a:ea typeface="+mn-ea"/>
          <a:cs typeface="+mn-cs"/>
        </a:defRPr>
      </a:lvl2pPr>
      <a:lvl3pPr marL="944880" indent="-188595" algn="l" rtl="0" fontAlgn="base">
        <a:spcBef>
          <a:spcPts val="80"/>
        </a:spcBef>
        <a:spcAft>
          <a:spcPct val="0"/>
        </a:spcAft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322705" indent="-188595" algn="l" rtl="0" fontAlgn="base">
        <a:spcBef>
          <a:spcPts val="80"/>
        </a:spcBef>
        <a:spcAft>
          <a:spcPct val="0"/>
        </a:spcAft>
        <a:buChar char="–"/>
        <a:defRPr sz="1655" kern="1200">
          <a:solidFill>
            <a:schemeClr val="tx1"/>
          </a:solidFill>
          <a:latin typeface="+mn-lt"/>
          <a:ea typeface="+mn-ea"/>
          <a:cs typeface="+mn-cs"/>
        </a:defRPr>
      </a:lvl4pPr>
      <a:lvl5pPr marL="1700530" indent="-188595" algn="l" rtl="0" fontAlgn="base">
        <a:spcBef>
          <a:spcPts val="80"/>
        </a:spcBef>
        <a:spcAft>
          <a:spcPct val="0"/>
        </a:spcAft>
        <a:buChar char="»"/>
        <a:defRPr sz="1655" kern="1200">
          <a:solidFill>
            <a:schemeClr val="tx1"/>
          </a:solidFill>
          <a:latin typeface="+mn-lt"/>
          <a:ea typeface="+mn-ea"/>
          <a:cs typeface="+mn-cs"/>
        </a:defRPr>
      </a:lvl5pPr>
      <a:lvl6pPr marL="2078355" indent="-188595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6180" indent="-188595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4005" indent="-188595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1830" indent="-188595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565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347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30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8912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695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477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260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www.techno-science.net/glossaire-definition/Carte-mere.html" TargetMode="External"/><Relationship Id="rId1" Type="http://schemas.openxmlformats.org/officeDocument/2006/relationships/hyperlink" Target="https://www.techno-science.net/glossaire-definition/Ordinateur.htm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1175" y="771270"/>
            <a:ext cx="4998085" cy="79375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R="308610" algn="ctr">
              <a:lnSpc>
                <a:spcPct val="100000"/>
              </a:lnSpc>
              <a:spcBef>
                <a:spcPts val="940"/>
              </a:spcBef>
            </a:pPr>
            <a:r>
              <a:rPr sz="1200" spc="-5" dirty="0">
                <a:latin typeface="Arial MT"/>
                <a:cs typeface="Arial MT"/>
              </a:rPr>
              <a:t>Royaume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du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Maroc</a:t>
            </a:r>
            <a:endParaRPr sz="1200">
              <a:latin typeface="Arial MT"/>
              <a:cs typeface="Arial MT"/>
            </a:endParaRPr>
          </a:p>
          <a:p>
            <a:pPr marL="1769745" marR="5080" indent="-1757680">
              <a:lnSpc>
                <a:spcPct val="103000"/>
              </a:lnSpc>
              <a:spcBef>
                <a:spcPts val="790"/>
              </a:spcBef>
            </a:pPr>
            <a:r>
              <a:rPr sz="1200" spc="-5" dirty="0">
                <a:latin typeface="Arial MT"/>
                <a:cs typeface="Arial MT"/>
              </a:rPr>
              <a:t>Ministère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 </a:t>
            </a:r>
            <a:r>
              <a:rPr sz="1200" spc="-5" dirty="0">
                <a:latin typeface="Arial MT"/>
                <a:cs typeface="Arial MT"/>
              </a:rPr>
              <a:t>l’Enseignement</a:t>
            </a:r>
            <a:r>
              <a:rPr sz="1200" spc="-10" dirty="0">
                <a:latin typeface="Arial MT"/>
                <a:cs typeface="Arial MT"/>
              </a:rPr>
              <a:t> Supérieur,de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la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Recherche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Scientifique</a:t>
            </a:r>
            <a:r>
              <a:rPr sz="1200" dirty="0">
                <a:latin typeface="Arial MT"/>
                <a:cs typeface="Arial MT"/>
              </a:rPr>
              <a:t> et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l’Innovation(MESRSI)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99160" y="1670304"/>
            <a:ext cx="477012" cy="3596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9" y="1700784"/>
            <a:ext cx="714755" cy="33527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50467" y="1693163"/>
            <a:ext cx="5723890" cy="1343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5155">
              <a:lnSpc>
                <a:spcPct val="100000"/>
              </a:lnSpc>
              <a:spcBef>
                <a:spcPts val="105"/>
              </a:spcBef>
            </a:pPr>
            <a:r>
              <a:rPr sz="26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Université</a:t>
            </a:r>
            <a:r>
              <a:rPr sz="2600" b="1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Mohamed</a:t>
            </a:r>
            <a:r>
              <a:rPr sz="2600" b="1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Premier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1434465" marR="5080" indent="-1422400">
              <a:lnSpc>
                <a:spcPts val="2300"/>
              </a:lnSpc>
              <a:tabLst>
                <a:tab pos="795655" algn="l"/>
                <a:tab pos="2030730" algn="l"/>
                <a:tab pos="3689985" algn="l"/>
                <a:tab pos="5038725" algn="l"/>
                <a:tab pos="5427345" algn="l"/>
              </a:tabLst>
            </a:pP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000" b="1" u="heavy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io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al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’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é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lli</a:t>
            </a:r>
            <a:r>
              <a:rPr sz="2000" b="1" u="heavy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ti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ll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du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Digital</a:t>
            </a:r>
            <a:r>
              <a:rPr sz="2000" b="1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Berkane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6794" y="4137660"/>
            <a:ext cx="5434965" cy="0"/>
          </a:xfrm>
          <a:custGeom>
            <a:avLst/>
            <a:gdLst/>
            <a:ahLst/>
            <a:cxnLst/>
            <a:rect l="l" t="t" r="r" b="b"/>
            <a:pathLst>
              <a:path w="5434965">
                <a:moveTo>
                  <a:pt x="0" y="0"/>
                </a:moveTo>
                <a:lnTo>
                  <a:pt x="5434965" y="0"/>
                </a:lnTo>
              </a:path>
            </a:pathLst>
          </a:custGeom>
          <a:ln w="2438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86460" y="3717772"/>
            <a:ext cx="5671820" cy="267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marR="88900">
              <a:lnSpc>
                <a:spcPct val="137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Projet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Système d’Exploitations et Compilation: </a:t>
            </a:r>
            <a:r>
              <a:rPr sz="2000" b="1" spc="-484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Détection et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Gestion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périphériques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50">
              <a:latin typeface="Times New Roman" panose="02020603050405020304"/>
              <a:cs typeface="Times New Roman" panose="02020603050405020304"/>
            </a:endParaRPr>
          </a:p>
          <a:p>
            <a:pPr marR="20955" algn="ctr">
              <a:lnSpc>
                <a:spcPct val="100000"/>
              </a:lnSpc>
            </a:pP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Filière: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1ère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année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Tronc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Commun</a:t>
            </a:r>
            <a:r>
              <a:rPr sz="2000" spc="5" dirty="0">
                <a:latin typeface="Times New Roman" panose="02020603050405020304"/>
                <a:cs typeface="Times New Roman" panose="02020603050405020304"/>
              </a:rPr>
              <a:t> du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Cycle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Ingénieur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8270" marR="5080" indent="-1270" algn="ctr">
              <a:lnSpc>
                <a:spcPct val="103000"/>
              </a:lnSpc>
              <a:spcBef>
                <a:spcPts val="825"/>
              </a:spcBef>
            </a:pPr>
            <a:r>
              <a:rPr sz="1800" spc="-5" dirty="0">
                <a:latin typeface="Arial MT"/>
                <a:cs typeface="Arial MT"/>
              </a:rPr>
              <a:t>(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Génie Informatique,Réseaux et Sécurité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Informatique,Intelligence Artificielle,Robotiques et </a:t>
            </a:r>
            <a:r>
              <a:rPr sz="2000" b="1" spc="-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Objets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connectés</a:t>
            </a:r>
            <a:r>
              <a:rPr sz="1800" spc="-5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6460" y="7732776"/>
            <a:ext cx="2551430" cy="645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Sous</a:t>
            </a:r>
            <a:r>
              <a:rPr sz="2000" b="1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2000" b="1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direction</a:t>
            </a:r>
            <a:r>
              <a:rPr sz="2000" b="1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de: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Pr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e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73728" y="7732776"/>
            <a:ext cx="2461895" cy="645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7390">
              <a:lnSpc>
                <a:spcPct val="100000"/>
              </a:lnSpc>
              <a:spcBef>
                <a:spcPts val="105"/>
              </a:spcBef>
            </a:pP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Réalisé</a:t>
            </a:r>
            <a:r>
              <a:rPr sz="2000" b="1" u="heavy" spc="4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2000" b="1" spc="-6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ti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S.</a:t>
            </a:r>
            <a:r>
              <a:rPr sz="20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DO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4059" y="9299448"/>
            <a:ext cx="333565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Année</a:t>
            </a:r>
            <a:r>
              <a:rPr sz="2000" b="1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académique</a:t>
            </a:r>
            <a:r>
              <a:rPr sz="2000" spc="-5" dirty="0">
                <a:latin typeface="Arial MT"/>
                <a:cs typeface="Arial MT"/>
              </a:rPr>
              <a:t>: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2024-202</a:t>
            </a:r>
            <a:r>
              <a:rPr sz="2000" spc="-5" dirty="0">
                <a:latin typeface="Arial MT"/>
                <a:cs typeface="Arial MT"/>
              </a:rPr>
              <a:t>5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42772" y="430530"/>
            <a:ext cx="5874385" cy="9831070"/>
            <a:chOff x="842772" y="430530"/>
            <a:chExt cx="5874385" cy="9831070"/>
          </a:xfrm>
        </p:grpSpPr>
        <p:sp>
          <p:nvSpPr>
            <p:cNvPr id="12" name="object 12"/>
            <p:cNvSpPr/>
            <p:nvPr/>
          </p:nvSpPr>
          <p:spPr>
            <a:xfrm>
              <a:off x="842772" y="430530"/>
              <a:ext cx="5874385" cy="9831070"/>
            </a:xfrm>
            <a:custGeom>
              <a:avLst/>
              <a:gdLst/>
              <a:ahLst/>
              <a:cxnLst/>
              <a:rect l="l" t="t" r="r" b="b"/>
              <a:pathLst>
                <a:path w="5874384" h="9831070">
                  <a:moveTo>
                    <a:pt x="0" y="3048"/>
                  </a:moveTo>
                  <a:lnTo>
                    <a:pt x="5874131" y="3048"/>
                  </a:lnTo>
                </a:path>
                <a:path w="5874384" h="9831070">
                  <a:moveTo>
                    <a:pt x="0" y="9827768"/>
                  </a:moveTo>
                  <a:lnTo>
                    <a:pt x="5874131" y="9827768"/>
                  </a:lnTo>
                </a:path>
                <a:path w="5874384" h="9831070">
                  <a:moveTo>
                    <a:pt x="3047" y="0"/>
                  </a:moveTo>
                  <a:lnTo>
                    <a:pt x="3047" y="9830816"/>
                  </a:lnTo>
                </a:path>
              </a:pathLst>
            </a:custGeom>
            <a:ln w="6096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29640" y="3757930"/>
              <a:ext cx="5716270" cy="857250"/>
            </a:xfrm>
            <a:custGeom>
              <a:avLst/>
              <a:gdLst/>
              <a:ahLst/>
              <a:cxnLst/>
              <a:rect l="l" t="t" r="r" b="b"/>
              <a:pathLst>
                <a:path w="5716270" h="857250">
                  <a:moveTo>
                    <a:pt x="3810" y="711835"/>
                  </a:moveTo>
                  <a:lnTo>
                    <a:pt x="0" y="711835"/>
                  </a:lnTo>
                  <a:lnTo>
                    <a:pt x="0" y="681355"/>
                  </a:lnTo>
                  <a:lnTo>
                    <a:pt x="7619" y="681355"/>
                  </a:lnTo>
                  <a:lnTo>
                    <a:pt x="7619" y="711733"/>
                  </a:lnTo>
                  <a:lnTo>
                    <a:pt x="3810" y="711835"/>
                  </a:lnTo>
                  <a:close/>
                </a:path>
                <a:path w="5716270" h="857250">
                  <a:moveTo>
                    <a:pt x="1269" y="730808"/>
                  </a:moveTo>
                  <a:lnTo>
                    <a:pt x="749" y="726694"/>
                  </a:lnTo>
                  <a:lnTo>
                    <a:pt x="190" y="719315"/>
                  </a:lnTo>
                  <a:lnTo>
                    <a:pt x="0" y="711936"/>
                  </a:lnTo>
                  <a:lnTo>
                    <a:pt x="7619" y="711733"/>
                  </a:lnTo>
                  <a:lnTo>
                    <a:pt x="7793" y="718832"/>
                  </a:lnTo>
                  <a:lnTo>
                    <a:pt x="8329" y="725830"/>
                  </a:lnTo>
                  <a:lnTo>
                    <a:pt x="8826" y="729843"/>
                  </a:lnTo>
                  <a:lnTo>
                    <a:pt x="1269" y="730808"/>
                  </a:lnTo>
                  <a:close/>
                </a:path>
                <a:path w="5716270" h="857250">
                  <a:moveTo>
                    <a:pt x="7622" y="711835"/>
                  </a:moveTo>
                  <a:close/>
                </a:path>
                <a:path w="5716270" h="857250">
                  <a:moveTo>
                    <a:pt x="7812" y="719023"/>
                  </a:moveTo>
                  <a:lnTo>
                    <a:pt x="7797" y="718832"/>
                  </a:lnTo>
                  <a:lnTo>
                    <a:pt x="7812" y="719023"/>
                  </a:lnTo>
                  <a:close/>
                </a:path>
                <a:path w="5716270" h="857250">
                  <a:moveTo>
                    <a:pt x="7619" y="658495"/>
                  </a:moveTo>
                  <a:lnTo>
                    <a:pt x="0" y="658495"/>
                  </a:lnTo>
                  <a:lnTo>
                    <a:pt x="0" y="628015"/>
                  </a:lnTo>
                  <a:lnTo>
                    <a:pt x="7619" y="628015"/>
                  </a:lnTo>
                  <a:lnTo>
                    <a:pt x="7619" y="658495"/>
                  </a:lnTo>
                  <a:close/>
                </a:path>
                <a:path w="5716270" h="857250">
                  <a:moveTo>
                    <a:pt x="7619" y="605155"/>
                  </a:moveTo>
                  <a:lnTo>
                    <a:pt x="0" y="605155"/>
                  </a:lnTo>
                  <a:lnTo>
                    <a:pt x="0" y="574675"/>
                  </a:lnTo>
                  <a:lnTo>
                    <a:pt x="7619" y="574675"/>
                  </a:lnTo>
                  <a:lnTo>
                    <a:pt x="7619" y="605155"/>
                  </a:lnTo>
                  <a:close/>
                </a:path>
                <a:path w="5716270" h="857250">
                  <a:moveTo>
                    <a:pt x="7619" y="551815"/>
                  </a:moveTo>
                  <a:lnTo>
                    <a:pt x="0" y="551815"/>
                  </a:lnTo>
                  <a:lnTo>
                    <a:pt x="0" y="521335"/>
                  </a:lnTo>
                  <a:lnTo>
                    <a:pt x="7619" y="521335"/>
                  </a:lnTo>
                  <a:lnTo>
                    <a:pt x="7619" y="551815"/>
                  </a:lnTo>
                  <a:close/>
                </a:path>
                <a:path w="5716270" h="857250">
                  <a:moveTo>
                    <a:pt x="7619" y="498475"/>
                  </a:moveTo>
                  <a:lnTo>
                    <a:pt x="0" y="498475"/>
                  </a:lnTo>
                  <a:lnTo>
                    <a:pt x="0" y="467995"/>
                  </a:lnTo>
                  <a:lnTo>
                    <a:pt x="7619" y="467995"/>
                  </a:lnTo>
                  <a:lnTo>
                    <a:pt x="7619" y="498475"/>
                  </a:lnTo>
                  <a:close/>
                </a:path>
                <a:path w="5716270" h="857250">
                  <a:moveTo>
                    <a:pt x="7619" y="445135"/>
                  </a:moveTo>
                  <a:lnTo>
                    <a:pt x="0" y="445135"/>
                  </a:lnTo>
                  <a:lnTo>
                    <a:pt x="0" y="414655"/>
                  </a:lnTo>
                  <a:lnTo>
                    <a:pt x="7619" y="414655"/>
                  </a:lnTo>
                  <a:lnTo>
                    <a:pt x="7619" y="445135"/>
                  </a:lnTo>
                  <a:close/>
                </a:path>
                <a:path w="5716270" h="857250">
                  <a:moveTo>
                    <a:pt x="7619" y="391795"/>
                  </a:moveTo>
                  <a:lnTo>
                    <a:pt x="0" y="391795"/>
                  </a:lnTo>
                  <a:lnTo>
                    <a:pt x="0" y="361315"/>
                  </a:lnTo>
                  <a:lnTo>
                    <a:pt x="7619" y="361315"/>
                  </a:lnTo>
                  <a:lnTo>
                    <a:pt x="7619" y="391795"/>
                  </a:lnTo>
                  <a:close/>
                </a:path>
                <a:path w="5716270" h="857250">
                  <a:moveTo>
                    <a:pt x="7619" y="338455"/>
                  </a:moveTo>
                  <a:lnTo>
                    <a:pt x="0" y="338455"/>
                  </a:lnTo>
                  <a:lnTo>
                    <a:pt x="0" y="307975"/>
                  </a:lnTo>
                  <a:lnTo>
                    <a:pt x="7619" y="307975"/>
                  </a:lnTo>
                  <a:lnTo>
                    <a:pt x="7619" y="338455"/>
                  </a:lnTo>
                  <a:close/>
                </a:path>
                <a:path w="5716270" h="857250">
                  <a:moveTo>
                    <a:pt x="7619" y="285115"/>
                  </a:moveTo>
                  <a:lnTo>
                    <a:pt x="0" y="285115"/>
                  </a:lnTo>
                  <a:lnTo>
                    <a:pt x="0" y="254635"/>
                  </a:lnTo>
                  <a:lnTo>
                    <a:pt x="7619" y="254635"/>
                  </a:lnTo>
                  <a:lnTo>
                    <a:pt x="7619" y="285115"/>
                  </a:lnTo>
                  <a:close/>
                </a:path>
                <a:path w="5716270" h="857250">
                  <a:moveTo>
                    <a:pt x="7619" y="231775"/>
                  </a:moveTo>
                  <a:lnTo>
                    <a:pt x="0" y="231775"/>
                  </a:lnTo>
                  <a:lnTo>
                    <a:pt x="0" y="201295"/>
                  </a:lnTo>
                  <a:lnTo>
                    <a:pt x="7619" y="201295"/>
                  </a:lnTo>
                  <a:lnTo>
                    <a:pt x="7619" y="231775"/>
                  </a:lnTo>
                  <a:close/>
                </a:path>
                <a:path w="5716270" h="857250">
                  <a:moveTo>
                    <a:pt x="7619" y="178435"/>
                  </a:moveTo>
                  <a:lnTo>
                    <a:pt x="0" y="178435"/>
                  </a:lnTo>
                  <a:lnTo>
                    <a:pt x="0" y="147955"/>
                  </a:lnTo>
                  <a:lnTo>
                    <a:pt x="7619" y="147955"/>
                  </a:lnTo>
                  <a:lnTo>
                    <a:pt x="7619" y="178435"/>
                  </a:lnTo>
                  <a:close/>
                </a:path>
                <a:path w="5716270" h="857250">
                  <a:moveTo>
                    <a:pt x="9055" y="125641"/>
                  </a:moveTo>
                  <a:lnTo>
                    <a:pt x="1498" y="124688"/>
                  </a:lnTo>
                  <a:lnTo>
                    <a:pt x="1676" y="123278"/>
                  </a:lnTo>
                  <a:lnTo>
                    <a:pt x="2959" y="116116"/>
                  </a:lnTo>
                  <a:lnTo>
                    <a:pt x="4571" y="109080"/>
                  </a:lnTo>
                  <a:lnTo>
                    <a:pt x="6540" y="102171"/>
                  </a:lnTo>
                  <a:lnTo>
                    <a:pt x="8826" y="95415"/>
                  </a:lnTo>
                  <a:lnTo>
                    <a:pt x="9271" y="94297"/>
                  </a:lnTo>
                  <a:lnTo>
                    <a:pt x="16357" y="97091"/>
                  </a:lnTo>
                  <a:lnTo>
                    <a:pt x="15954" y="98120"/>
                  </a:lnTo>
                  <a:lnTo>
                    <a:pt x="13792" y="104521"/>
                  </a:lnTo>
                  <a:lnTo>
                    <a:pt x="11935" y="111061"/>
                  </a:lnTo>
                  <a:lnTo>
                    <a:pt x="10407" y="117729"/>
                  </a:lnTo>
                  <a:lnTo>
                    <a:pt x="9175" y="124688"/>
                  </a:lnTo>
                  <a:lnTo>
                    <a:pt x="9055" y="125641"/>
                  </a:lnTo>
                  <a:close/>
                </a:path>
                <a:path w="5716270" h="857250">
                  <a:moveTo>
                    <a:pt x="15973" y="98064"/>
                  </a:moveTo>
                  <a:close/>
                </a:path>
                <a:path w="5716270" h="857250">
                  <a:moveTo>
                    <a:pt x="15954" y="98120"/>
                  </a:moveTo>
                  <a:close/>
                </a:path>
                <a:path w="5716270" h="857250">
                  <a:moveTo>
                    <a:pt x="13792" y="104521"/>
                  </a:moveTo>
                  <a:lnTo>
                    <a:pt x="13843" y="104343"/>
                  </a:lnTo>
                  <a:lnTo>
                    <a:pt x="13792" y="104521"/>
                  </a:lnTo>
                  <a:close/>
                </a:path>
                <a:path w="5716270" h="857250">
                  <a:moveTo>
                    <a:pt x="11937" y="111061"/>
                  </a:moveTo>
                  <a:lnTo>
                    <a:pt x="11976" y="110883"/>
                  </a:lnTo>
                  <a:lnTo>
                    <a:pt x="11937" y="111061"/>
                  </a:lnTo>
                  <a:close/>
                </a:path>
                <a:path w="5716270" h="857250">
                  <a:moveTo>
                    <a:pt x="10429" y="117605"/>
                  </a:moveTo>
                  <a:close/>
                </a:path>
                <a:path w="5716270" h="857250">
                  <a:moveTo>
                    <a:pt x="10407" y="117729"/>
                  </a:moveTo>
                  <a:close/>
                </a:path>
                <a:path w="5716270" h="857250">
                  <a:moveTo>
                    <a:pt x="9199" y="124497"/>
                  </a:moveTo>
                  <a:lnTo>
                    <a:pt x="9220" y="124333"/>
                  </a:lnTo>
                  <a:lnTo>
                    <a:pt x="9199" y="124497"/>
                  </a:lnTo>
                  <a:close/>
                </a:path>
                <a:path w="5716270" h="857250">
                  <a:moveTo>
                    <a:pt x="9196" y="124523"/>
                  </a:moveTo>
                  <a:close/>
                </a:path>
                <a:path w="5716270" h="857250">
                  <a:moveTo>
                    <a:pt x="25857" y="76949"/>
                  </a:moveTo>
                  <a:lnTo>
                    <a:pt x="19253" y="73152"/>
                  </a:lnTo>
                  <a:lnTo>
                    <a:pt x="21056" y="70002"/>
                  </a:lnTo>
                  <a:lnTo>
                    <a:pt x="24841" y="64109"/>
                  </a:lnTo>
                  <a:lnTo>
                    <a:pt x="28892" y="58407"/>
                  </a:lnTo>
                  <a:lnTo>
                    <a:pt x="33221" y="52908"/>
                  </a:lnTo>
                  <a:lnTo>
                    <a:pt x="37528" y="47929"/>
                  </a:lnTo>
                  <a:lnTo>
                    <a:pt x="43294" y="52908"/>
                  </a:lnTo>
                  <a:lnTo>
                    <a:pt x="39031" y="57835"/>
                  </a:lnTo>
                  <a:lnTo>
                    <a:pt x="34952" y="63042"/>
                  </a:lnTo>
                  <a:lnTo>
                    <a:pt x="31106" y="68453"/>
                  </a:lnTo>
                  <a:lnTo>
                    <a:pt x="27522" y="74041"/>
                  </a:lnTo>
                  <a:lnTo>
                    <a:pt x="25857" y="76949"/>
                  </a:lnTo>
                  <a:close/>
                </a:path>
                <a:path w="5716270" h="857250">
                  <a:moveTo>
                    <a:pt x="39075" y="57779"/>
                  </a:moveTo>
                  <a:close/>
                </a:path>
                <a:path w="5716270" h="857250">
                  <a:moveTo>
                    <a:pt x="39031" y="57835"/>
                  </a:moveTo>
                  <a:close/>
                </a:path>
                <a:path w="5716270" h="857250">
                  <a:moveTo>
                    <a:pt x="34952" y="63042"/>
                  </a:moveTo>
                  <a:lnTo>
                    <a:pt x="35051" y="62903"/>
                  </a:lnTo>
                  <a:lnTo>
                    <a:pt x="34952" y="63042"/>
                  </a:lnTo>
                  <a:close/>
                </a:path>
                <a:path w="5716270" h="857250">
                  <a:moveTo>
                    <a:pt x="31141" y="68398"/>
                  </a:moveTo>
                  <a:close/>
                </a:path>
                <a:path w="5716270" h="857250">
                  <a:moveTo>
                    <a:pt x="31106" y="68453"/>
                  </a:moveTo>
                  <a:close/>
                </a:path>
                <a:path w="5716270" h="857250">
                  <a:moveTo>
                    <a:pt x="27536" y="74017"/>
                  </a:moveTo>
                  <a:lnTo>
                    <a:pt x="27609" y="73888"/>
                  </a:lnTo>
                  <a:lnTo>
                    <a:pt x="27536" y="74017"/>
                  </a:lnTo>
                  <a:close/>
                </a:path>
                <a:path w="5716270" h="857250">
                  <a:moveTo>
                    <a:pt x="27522" y="74041"/>
                  </a:moveTo>
                  <a:close/>
                </a:path>
                <a:path w="5716270" h="857250">
                  <a:moveTo>
                    <a:pt x="59410" y="37795"/>
                  </a:moveTo>
                  <a:lnTo>
                    <a:pt x="54711" y="31800"/>
                  </a:lnTo>
                  <a:lnTo>
                    <a:pt x="58407" y="28892"/>
                  </a:lnTo>
                  <a:lnTo>
                    <a:pt x="64109" y="24841"/>
                  </a:lnTo>
                  <a:lnTo>
                    <a:pt x="70015" y="21056"/>
                  </a:lnTo>
                  <a:lnTo>
                    <a:pt x="76098" y="17551"/>
                  </a:lnTo>
                  <a:lnTo>
                    <a:pt x="80975" y="15049"/>
                  </a:lnTo>
                  <a:lnTo>
                    <a:pt x="84442" y="21831"/>
                  </a:lnTo>
                  <a:lnTo>
                    <a:pt x="79664" y="24295"/>
                  </a:lnTo>
                  <a:lnTo>
                    <a:pt x="73902" y="27609"/>
                  </a:lnTo>
                  <a:lnTo>
                    <a:pt x="68310" y="31203"/>
                  </a:lnTo>
                  <a:lnTo>
                    <a:pt x="63063" y="34937"/>
                  </a:lnTo>
                  <a:lnTo>
                    <a:pt x="59410" y="37795"/>
                  </a:lnTo>
                  <a:close/>
                </a:path>
                <a:path w="5716270" h="857250">
                  <a:moveTo>
                    <a:pt x="79753" y="24244"/>
                  </a:moveTo>
                  <a:close/>
                </a:path>
                <a:path w="5716270" h="857250">
                  <a:moveTo>
                    <a:pt x="79664" y="24295"/>
                  </a:moveTo>
                  <a:close/>
                </a:path>
                <a:path w="5716270" h="857250">
                  <a:moveTo>
                    <a:pt x="74019" y="27534"/>
                  </a:moveTo>
                  <a:close/>
                </a:path>
                <a:path w="5716270" h="857250">
                  <a:moveTo>
                    <a:pt x="73902" y="27609"/>
                  </a:moveTo>
                  <a:close/>
                </a:path>
                <a:path w="5716270" h="857250">
                  <a:moveTo>
                    <a:pt x="68398" y="31141"/>
                  </a:moveTo>
                  <a:close/>
                </a:path>
                <a:path w="5716270" h="857250">
                  <a:moveTo>
                    <a:pt x="68310" y="31203"/>
                  </a:moveTo>
                  <a:close/>
                </a:path>
                <a:path w="5716270" h="857250">
                  <a:moveTo>
                    <a:pt x="62903" y="35052"/>
                  </a:moveTo>
                  <a:lnTo>
                    <a:pt x="63042" y="34937"/>
                  </a:lnTo>
                  <a:lnTo>
                    <a:pt x="62903" y="35052"/>
                  </a:lnTo>
                  <a:close/>
                </a:path>
                <a:path w="5716270" h="857250">
                  <a:moveTo>
                    <a:pt x="104965" y="13665"/>
                  </a:moveTo>
                  <a:lnTo>
                    <a:pt x="133515" y="520"/>
                  </a:lnTo>
                  <a:lnTo>
                    <a:pt x="134099" y="8115"/>
                  </a:lnTo>
                  <a:lnTo>
                    <a:pt x="131548" y="8318"/>
                  </a:lnTo>
                  <a:lnTo>
                    <a:pt x="131419" y="8318"/>
                  </a:lnTo>
                  <a:lnTo>
                    <a:pt x="124381" y="9220"/>
                  </a:lnTo>
                  <a:lnTo>
                    <a:pt x="117563" y="10439"/>
                  </a:lnTo>
                  <a:lnTo>
                    <a:pt x="110883" y="11976"/>
                  </a:lnTo>
                  <a:lnTo>
                    <a:pt x="104965" y="13665"/>
                  </a:lnTo>
                  <a:close/>
                </a:path>
                <a:path w="5716270" h="857250">
                  <a:moveTo>
                    <a:pt x="131229" y="8343"/>
                  </a:moveTo>
                  <a:lnTo>
                    <a:pt x="131419" y="8318"/>
                  </a:lnTo>
                  <a:lnTo>
                    <a:pt x="131548" y="8318"/>
                  </a:lnTo>
                  <a:lnTo>
                    <a:pt x="131229" y="8343"/>
                  </a:lnTo>
                  <a:close/>
                </a:path>
                <a:path w="5716270" h="857250">
                  <a:moveTo>
                    <a:pt x="124500" y="9198"/>
                  </a:moveTo>
                  <a:close/>
                </a:path>
                <a:path w="5716270" h="857250">
                  <a:moveTo>
                    <a:pt x="124381" y="9220"/>
                  </a:moveTo>
                  <a:close/>
                </a:path>
                <a:path w="5716270" h="857250">
                  <a:moveTo>
                    <a:pt x="117605" y="10429"/>
                  </a:moveTo>
                  <a:lnTo>
                    <a:pt x="117764" y="10401"/>
                  </a:lnTo>
                  <a:lnTo>
                    <a:pt x="117605" y="10429"/>
                  </a:lnTo>
                  <a:close/>
                </a:path>
                <a:path w="5716270" h="857250">
                  <a:moveTo>
                    <a:pt x="117563" y="10439"/>
                  </a:moveTo>
                  <a:close/>
                </a:path>
                <a:path w="5716270" h="857250">
                  <a:moveTo>
                    <a:pt x="110927" y="11976"/>
                  </a:moveTo>
                  <a:lnTo>
                    <a:pt x="111061" y="11937"/>
                  </a:lnTo>
                  <a:lnTo>
                    <a:pt x="110927" y="11976"/>
                  </a:lnTo>
                  <a:close/>
                </a:path>
                <a:path w="5716270" h="857250">
                  <a:moveTo>
                    <a:pt x="187134" y="7620"/>
                  </a:moveTo>
                  <a:lnTo>
                    <a:pt x="156654" y="7620"/>
                  </a:lnTo>
                  <a:lnTo>
                    <a:pt x="156654" y="0"/>
                  </a:lnTo>
                  <a:lnTo>
                    <a:pt x="187134" y="0"/>
                  </a:lnTo>
                  <a:lnTo>
                    <a:pt x="187134" y="7620"/>
                  </a:lnTo>
                  <a:close/>
                </a:path>
                <a:path w="5716270" h="857250">
                  <a:moveTo>
                    <a:pt x="240474" y="7620"/>
                  </a:moveTo>
                  <a:lnTo>
                    <a:pt x="209994" y="7620"/>
                  </a:lnTo>
                  <a:lnTo>
                    <a:pt x="209994" y="0"/>
                  </a:lnTo>
                  <a:lnTo>
                    <a:pt x="240474" y="0"/>
                  </a:lnTo>
                  <a:lnTo>
                    <a:pt x="240474" y="7620"/>
                  </a:lnTo>
                  <a:close/>
                </a:path>
                <a:path w="5716270" h="857250">
                  <a:moveTo>
                    <a:pt x="293814" y="7620"/>
                  </a:moveTo>
                  <a:lnTo>
                    <a:pt x="263334" y="7620"/>
                  </a:lnTo>
                  <a:lnTo>
                    <a:pt x="263334" y="0"/>
                  </a:lnTo>
                  <a:lnTo>
                    <a:pt x="293814" y="0"/>
                  </a:lnTo>
                  <a:lnTo>
                    <a:pt x="293814" y="7620"/>
                  </a:lnTo>
                  <a:close/>
                </a:path>
                <a:path w="5716270" h="857250">
                  <a:moveTo>
                    <a:pt x="347154" y="7620"/>
                  </a:moveTo>
                  <a:lnTo>
                    <a:pt x="316674" y="7620"/>
                  </a:lnTo>
                  <a:lnTo>
                    <a:pt x="316674" y="0"/>
                  </a:lnTo>
                  <a:lnTo>
                    <a:pt x="347154" y="0"/>
                  </a:lnTo>
                  <a:lnTo>
                    <a:pt x="347154" y="7620"/>
                  </a:lnTo>
                  <a:close/>
                </a:path>
                <a:path w="5716270" h="857250">
                  <a:moveTo>
                    <a:pt x="400494" y="7620"/>
                  </a:moveTo>
                  <a:lnTo>
                    <a:pt x="370014" y="7620"/>
                  </a:lnTo>
                  <a:lnTo>
                    <a:pt x="370014" y="0"/>
                  </a:lnTo>
                  <a:lnTo>
                    <a:pt x="400494" y="0"/>
                  </a:lnTo>
                  <a:lnTo>
                    <a:pt x="400494" y="7620"/>
                  </a:lnTo>
                  <a:close/>
                </a:path>
                <a:path w="5716270" h="857250">
                  <a:moveTo>
                    <a:pt x="453834" y="7620"/>
                  </a:moveTo>
                  <a:lnTo>
                    <a:pt x="423354" y="7620"/>
                  </a:lnTo>
                  <a:lnTo>
                    <a:pt x="423354" y="0"/>
                  </a:lnTo>
                  <a:lnTo>
                    <a:pt x="453834" y="0"/>
                  </a:lnTo>
                  <a:lnTo>
                    <a:pt x="453834" y="7620"/>
                  </a:lnTo>
                  <a:close/>
                </a:path>
                <a:path w="5716270" h="857250">
                  <a:moveTo>
                    <a:pt x="507174" y="7620"/>
                  </a:moveTo>
                  <a:lnTo>
                    <a:pt x="476694" y="7620"/>
                  </a:lnTo>
                  <a:lnTo>
                    <a:pt x="476694" y="0"/>
                  </a:lnTo>
                  <a:lnTo>
                    <a:pt x="507174" y="0"/>
                  </a:lnTo>
                  <a:lnTo>
                    <a:pt x="507174" y="7620"/>
                  </a:lnTo>
                  <a:close/>
                </a:path>
                <a:path w="5716270" h="857250">
                  <a:moveTo>
                    <a:pt x="560514" y="7620"/>
                  </a:moveTo>
                  <a:lnTo>
                    <a:pt x="530034" y="7620"/>
                  </a:lnTo>
                  <a:lnTo>
                    <a:pt x="530034" y="0"/>
                  </a:lnTo>
                  <a:lnTo>
                    <a:pt x="560514" y="0"/>
                  </a:lnTo>
                  <a:lnTo>
                    <a:pt x="560514" y="7620"/>
                  </a:lnTo>
                  <a:close/>
                </a:path>
                <a:path w="5716270" h="857250">
                  <a:moveTo>
                    <a:pt x="613854" y="7620"/>
                  </a:moveTo>
                  <a:lnTo>
                    <a:pt x="583374" y="7620"/>
                  </a:lnTo>
                  <a:lnTo>
                    <a:pt x="583374" y="0"/>
                  </a:lnTo>
                  <a:lnTo>
                    <a:pt x="613854" y="0"/>
                  </a:lnTo>
                  <a:lnTo>
                    <a:pt x="613854" y="7620"/>
                  </a:lnTo>
                  <a:close/>
                </a:path>
                <a:path w="5716270" h="857250">
                  <a:moveTo>
                    <a:pt x="667194" y="7620"/>
                  </a:moveTo>
                  <a:lnTo>
                    <a:pt x="636714" y="7620"/>
                  </a:lnTo>
                  <a:lnTo>
                    <a:pt x="636714" y="0"/>
                  </a:lnTo>
                  <a:lnTo>
                    <a:pt x="667194" y="0"/>
                  </a:lnTo>
                  <a:lnTo>
                    <a:pt x="667194" y="7620"/>
                  </a:lnTo>
                  <a:close/>
                </a:path>
                <a:path w="5716270" h="857250">
                  <a:moveTo>
                    <a:pt x="720534" y="7620"/>
                  </a:moveTo>
                  <a:lnTo>
                    <a:pt x="690054" y="7620"/>
                  </a:lnTo>
                  <a:lnTo>
                    <a:pt x="690054" y="0"/>
                  </a:lnTo>
                  <a:lnTo>
                    <a:pt x="720534" y="0"/>
                  </a:lnTo>
                  <a:lnTo>
                    <a:pt x="720534" y="7620"/>
                  </a:lnTo>
                  <a:close/>
                </a:path>
                <a:path w="5716270" h="857250">
                  <a:moveTo>
                    <a:pt x="773874" y="7620"/>
                  </a:moveTo>
                  <a:lnTo>
                    <a:pt x="743394" y="7620"/>
                  </a:lnTo>
                  <a:lnTo>
                    <a:pt x="743394" y="0"/>
                  </a:lnTo>
                  <a:lnTo>
                    <a:pt x="773874" y="0"/>
                  </a:lnTo>
                  <a:lnTo>
                    <a:pt x="773874" y="7620"/>
                  </a:lnTo>
                  <a:close/>
                </a:path>
                <a:path w="5716270" h="857250">
                  <a:moveTo>
                    <a:pt x="827214" y="7620"/>
                  </a:moveTo>
                  <a:lnTo>
                    <a:pt x="796734" y="7620"/>
                  </a:lnTo>
                  <a:lnTo>
                    <a:pt x="796734" y="0"/>
                  </a:lnTo>
                  <a:lnTo>
                    <a:pt x="827214" y="0"/>
                  </a:lnTo>
                  <a:lnTo>
                    <a:pt x="827214" y="7620"/>
                  </a:lnTo>
                  <a:close/>
                </a:path>
                <a:path w="5716270" h="857250">
                  <a:moveTo>
                    <a:pt x="880554" y="7620"/>
                  </a:moveTo>
                  <a:lnTo>
                    <a:pt x="850074" y="7620"/>
                  </a:lnTo>
                  <a:lnTo>
                    <a:pt x="850074" y="0"/>
                  </a:lnTo>
                  <a:lnTo>
                    <a:pt x="880554" y="0"/>
                  </a:lnTo>
                  <a:lnTo>
                    <a:pt x="880554" y="7620"/>
                  </a:lnTo>
                  <a:close/>
                </a:path>
                <a:path w="5716270" h="857250">
                  <a:moveTo>
                    <a:pt x="933894" y="7620"/>
                  </a:moveTo>
                  <a:lnTo>
                    <a:pt x="903414" y="7620"/>
                  </a:lnTo>
                  <a:lnTo>
                    <a:pt x="903414" y="0"/>
                  </a:lnTo>
                  <a:lnTo>
                    <a:pt x="933894" y="0"/>
                  </a:lnTo>
                  <a:lnTo>
                    <a:pt x="933894" y="7620"/>
                  </a:lnTo>
                  <a:close/>
                </a:path>
                <a:path w="5716270" h="857250">
                  <a:moveTo>
                    <a:pt x="987234" y="7620"/>
                  </a:moveTo>
                  <a:lnTo>
                    <a:pt x="956754" y="7620"/>
                  </a:lnTo>
                  <a:lnTo>
                    <a:pt x="956754" y="0"/>
                  </a:lnTo>
                  <a:lnTo>
                    <a:pt x="987234" y="0"/>
                  </a:lnTo>
                  <a:lnTo>
                    <a:pt x="987234" y="7620"/>
                  </a:lnTo>
                  <a:close/>
                </a:path>
                <a:path w="5716270" h="857250">
                  <a:moveTo>
                    <a:pt x="1040574" y="7620"/>
                  </a:moveTo>
                  <a:lnTo>
                    <a:pt x="1010094" y="7620"/>
                  </a:lnTo>
                  <a:lnTo>
                    <a:pt x="1010094" y="0"/>
                  </a:lnTo>
                  <a:lnTo>
                    <a:pt x="1040574" y="0"/>
                  </a:lnTo>
                  <a:lnTo>
                    <a:pt x="1040574" y="7620"/>
                  </a:lnTo>
                  <a:close/>
                </a:path>
                <a:path w="5716270" h="857250">
                  <a:moveTo>
                    <a:pt x="1093914" y="7620"/>
                  </a:moveTo>
                  <a:lnTo>
                    <a:pt x="1063434" y="7620"/>
                  </a:lnTo>
                  <a:lnTo>
                    <a:pt x="1063434" y="0"/>
                  </a:lnTo>
                  <a:lnTo>
                    <a:pt x="1093914" y="0"/>
                  </a:lnTo>
                  <a:lnTo>
                    <a:pt x="1093914" y="7620"/>
                  </a:lnTo>
                  <a:close/>
                </a:path>
                <a:path w="5716270" h="857250">
                  <a:moveTo>
                    <a:pt x="1147254" y="7620"/>
                  </a:moveTo>
                  <a:lnTo>
                    <a:pt x="1116774" y="7620"/>
                  </a:lnTo>
                  <a:lnTo>
                    <a:pt x="1116774" y="0"/>
                  </a:lnTo>
                  <a:lnTo>
                    <a:pt x="1147254" y="0"/>
                  </a:lnTo>
                  <a:lnTo>
                    <a:pt x="1147254" y="7620"/>
                  </a:lnTo>
                  <a:close/>
                </a:path>
                <a:path w="5716270" h="857250">
                  <a:moveTo>
                    <a:pt x="1200594" y="7620"/>
                  </a:moveTo>
                  <a:lnTo>
                    <a:pt x="1170114" y="7620"/>
                  </a:lnTo>
                  <a:lnTo>
                    <a:pt x="1170114" y="0"/>
                  </a:lnTo>
                  <a:lnTo>
                    <a:pt x="1200594" y="0"/>
                  </a:lnTo>
                  <a:lnTo>
                    <a:pt x="1200594" y="7620"/>
                  </a:lnTo>
                  <a:close/>
                </a:path>
                <a:path w="5716270" h="857250">
                  <a:moveTo>
                    <a:pt x="1253934" y="7620"/>
                  </a:moveTo>
                  <a:lnTo>
                    <a:pt x="1223454" y="7620"/>
                  </a:lnTo>
                  <a:lnTo>
                    <a:pt x="1223454" y="0"/>
                  </a:lnTo>
                  <a:lnTo>
                    <a:pt x="1253934" y="0"/>
                  </a:lnTo>
                  <a:lnTo>
                    <a:pt x="1253934" y="7620"/>
                  </a:lnTo>
                  <a:close/>
                </a:path>
                <a:path w="5716270" h="857250">
                  <a:moveTo>
                    <a:pt x="1307274" y="7620"/>
                  </a:moveTo>
                  <a:lnTo>
                    <a:pt x="1276794" y="7620"/>
                  </a:lnTo>
                  <a:lnTo>
                    <a:pt x="1276794" y="0"/>
                  </a:lnTo>
                  <a:lnTo>
                    <a:pt x="1307274" y="0"/>
                  </a:lnTo>
                  <a:lnTo>
                    <a:pt x="1307274" y="7620"/>
                  </a:lnTo>
                  <a:close/>
                </a:path>
                <a:path w="5716270" h="857250">
                  <a:moveTo>
                    <a:pt x="1360614" y="7620"/>
                  </a:moveTo>
                  <a:lnTo>
                    <a:pt x="1330134" y="7620"/>
                  </a:lnTo>
                  <a:lnTo>
                    <a:pt x="1330134" y="0"/>
                  </a:lnTo>
                  <a:lnTo>
                    <a:pt x="1360614" y="0"/>
                  </a:lnTo>
                  <a:lnTo>
                    <a:pt x="1360614" y="7620"/>
                  </a:lnTo>
                  <a:close/>
                </a:path>
                <a:path w="5716270" h="857250">
                  <a:moveTo>
                    <a:pt x="1413954" y="7620"/>
                  </a:moveTo>
                  <a:lnTo>
                    <a:pt x="1383474" y="7620"/>
                  </a:lnTo>
                  <a:lnTo>
                    <a:pt x="1383474" y="0"/>
                  </a:lnTo>
                  <a:lnTo>
                    <a:pt x="1413954" y="0"/>
                  </a:lnTo>
                  <a:lnTo>
                    <a:pt x="1413954" y="7620"/>
                  </a:lnTo>
                  <a:close/>
                </a:path>
                <a:path w="5716270" h="857250">
                  <a:moveTo>
                    <a:pt x="1467294" y="7620"/>
                  </a:moveTo>
                  <a:lnTo>
                    <a:pt x="1436814" y="7620"/>
                  </a:lnTo>
                  <a:lnTo>
                    <a:pt x="1436814" y="0"/>
                  </a:lnTo>
                  <a:lnTo>
                    <a:pt x="1467294" y="0"/>
                  </a:lnTo>
                  <a:lnTo>
                    <a:pt x="1467294" y="7620"/>
                  </a:lnTo>
                  <a:close/>
                </a:path>
                <a:path w="5716270" h="857250">
                  <a:moveTo>
                    <a:pt x="1520634" y="7620"/>
                  </a:moveTo>
                  <a:lnTo>
                    <a:pt x="1490154" y="7620"/>
                  </a:lnTo>
                  <a:lnTo>
                    <a:pt x="1490154" y="0"/>
                  </a:lnTo>
                  <a:lnTo>
                    <a:pt x="1520634" y="0"/>
                  </a:lnTo>
                  <a:lnTo>
                    <a:pt x="1520634" y="7620"/>
                  </a:lnTo>
                  <a:close/>
                </a:path>
                <a:path w="5716270" h="857250">
                  <a:moveTo>
                    <a:pt x="1573974" y="7620"/>
                  </a:moveTo>
                  <a:lnTo>
                    <a:pt x="1543494" y="7620"/>
                  </a:lnTo>
                  <a:lnTo>
                    <a:pt x="1543494" y="0"/>
                  </a:lnTo>
                  <a:lnTo>
                    <a:pt x="1573974" y="0"/>
                  </a:lnTo>
                  <a:lnTo>
                    <a:pt x="1573974" y="7620"/>
                  </a:lnTo>
                  <a:close/>
                </a:path>
                <a:path w="5716270" h="857250">
                  <a:moveTo>
                    <a:pt x="1627314" y="7620"/>
                  </a:moveTo>
                  <a:lnTo>
                    <a:pt x="1596834" y="7620"/>
                  </a:lnTo>
                  <a:lnTo>
                    <a:pt x="1596834" y="0"/>
                  </a:lnTo>
                  <a:lnTo>
                    <a:pt x="1627314" y="0"/>
                  </a:lnTo>
                  <a:lnTo>
                    <a:pt x="1627314" y="7620"/>
                  </a:lnTo>
                  <a:close/>
                </a:path>
                <a:path w="5716270" h="857250">
                  <a:moveTo>
                    <a:pt x="1680654" y="7620"/>
                  </a:moveTo>
                  <a:lnTo>
                    <a:pt x="1650174" y="7620"/>
                  </a:lnTo>
                  <a:lnTo>
                    <a:pt x="1650174" y="0"/>
                  </a:lnTo>
                  <a:lnTo>
                    <a:pt x="1680654" y="0"/>
                  </a:lnTo>
                  <a:lnTo>
                    <a:pt x="1680654" y="7620"/>
                  </a:lnTo>
                  <a:close/>
                </a:path>
                <a:path w="5716270" h="857250">
                  <a:moveTo>
                    <a:pt x="1733994" y="7620"/>
                  </a:moveTo>
                  <a:lnTo>
                    <a:pt x="1703514" y="7620"/>
                  </a:lnTo>
                  <a:lnTo>
                    <a:pt x="1703514" y="0"/>
                  </a:lnTo>
                  <a:lnTo>
                    <a:pt x="1733994" y="0"/>
                  </a:lnTo>
                  <a:lnTo>
                    <a:pt x="1733994" y="7620"/>
                  </a:lnTo>
                  <a:close/>
                </a:path>
                <a:path w="5716270" h="857250">
                  <a:moveTo>
                    <a:pt x="1787334" y="7620"/>
                  </a:moveTo>
                  <a:lnTo>
                    <a:pt x="1756854" y="7620"/>
                  </a:lnTo>
                  <a:lnTo>
                    <a:pt x="1756854" y="0"/>
                  </a:lnTo>
                  <a:lnTo>
                    <a:pt x="1787334" y="0"/>
                  </a:lnTo>
                  <a:lnTo>
                    <a:pt x="1787334" y="7620"/>
                  </a:lnTo>
                  <a:close/>
                </a:path>
                <a:path w="5716270" h="857250">
                  <a:moveTo>
                    <a:pt x="1840674" y="7620"/>
                  </a:moveTo>
                  <a:lnTo>
                    <a:pt x="1810194" y="7620"/>
                  </a:lnTo>
                  <a:lnTo>
                    <a:pt x="1810194" y="0"/>
                  </a:lnTo>
                  <a:lnTo>
                    <a:pt x="1840674" y="0"/>
                  </a:lnTo>
                  <a:lnTo>
                    <a:pt x="1840674" y="7620"/>
                  </a:lnTo>
                  <a:close/>
                </a:path>
                <a:path w="5716270" h="857250">
                  <a:moveTo>
                    <a:pt x="1894014" y="7620"/>
                  </a:moveTo>
                  <a:lnTo>
                    <a:pt x="1863534" y="7620"/>
                  </a:lnTo>
                  <a:lnTo>
                    <a:pt x="1863534" y="0"/>
                  </a:lnTo>
                  <a:lnTo>
                    <a:pt x="1894014" y="0"/>
                  </a:lnTo>
                  <a:lnTo>
                    <a:pt x="1894014" y="7620"/>
                  </a:lnTo>
                  <a:close/>
                </a:path>
                <a:path w="5716270" h="857250">
                  <a:moveTo>
                    <a:pt x="1947354" y="7620"/>
                  </a:moveTo>
                  <a:lnTo>
                    <a:pt x="1916874" y="7620"/>
                  </a:lnTo>
                  <a:lnTo>
                    <a:pt x="1916874" y="0"/>
                  </a:lnTo>
                  <a:lnTo>
                    <a:pt x="1947354" y="0"/>
                  </a:lnTo>
                  <a:lnTo>
                    <a:pt x="1947354" y="7620"/>
                  </a:lnTo>
                  <a:close/>
                </a:path>
                <a:path w="5716270" h="857250">
                  <a:moveTo>
                    <a:pt x="2000694" y="7620"/>
                  </a:moveTo>
                  <a:lnTo>
                    <a:pt x="1970214" y="7620"/>
                  </a:lnTo>
                  <a:lnTo>
                    <a:pt x="1970214" y="0"/>
                  </a:lnTo>
                  <a:lnTo>
                    <a:pt x="2000694" y="0"/>
                  </a:lnTo>
                  <a:lnTo>
                    <a:pt x="2000694" y="7620"/>
                  </a:lnTo>
                  <a:close/>
                </a:path>
                <a:path w="5716270" h="857250">
                  <a:moveTo>
                    <a:pt x="2054034" y="7620"/>
                  </a:moveTo>
                  <a:lnTo>
                    <a:pt x="2023554" y="7620"/>
                  </a:lnTo>
                  <a:lnTo>
                    <a:pt x="2023554" y="0"/>
                  </a:lnTo>
                  <a:lnTo>
                    <a:pt x="2054034" y="0"/>
                  </a:lnTo>
                  <a:lnTo>
                    <a:pt x="2054034" y="7620"/>
                  </a:lnTo>
                  <a:close/>
                </a:path>
                <a:path w="5716270" h="857250">
                  <a:moveTo>
                    <a:pt x="2107374" y="7620"/>
                  </a:moveTo>
                  <a:lnTo>
                    <a:pt x="2076894" y="7620"/>
                  </a:lnTo>
                  <a:lnTo>
                    <a:pt x="2076894" y="0"/>
                  </a:lnTo>
                  <a:lnTo>
                    <a:pt x="2107374" y="0"/>
                  </a:lnTo>
                  <a:lnTo>
                    <a:pt x="2107374" y="7620"/>
                  </a:lnTo>
                  <a:close/>
                </a:path>
                <a:path w="5716270" h="857250">
                  <a:moveTo>
                    <a:pt x="2160714" y="7620"/>
                  </a:moveTo>
                  <a:lnTo>
                    <a:pt x="2130234" y="7620"/>
                  </a:lnTo>
                  <a:lnTo>
                    <a:pt x="2130234" y="0"/>
                  </a:lnTo>
                  <a:lnTo>
                    <a:pt x="2160714" y="0"/>
                  </a:lnTo>
                  <a:lnTo>
                    <a:pt x="2160714" y="7620"/>
                  </a:lnTo>
                  <a:close/>
                </a:path>
                <a:path w="5716270" h="857250">
                  <a:moveTo>
                    <a:pt x="2214054" y="7620"/>
                  </a:moveTo>
                  <a:lnTo>
                    <a:pt x="2183574" y="7620"/>
                  </a:lnTo>
                  <a:lnTo>
                    <a:pt x="2183574" y="0"/>
                  </a:lnTo>
                  <a:lnTo>
                    <a:pt x="2214054" y="0"/>
                  </a:lnTo>
                  <a:lnTo>
                    <a:pt x="2214054" y="7620"/>
                  </a:lnTo>
                  <a:close/>
                </a:path>
                <a:path w="5716270" h="857250">
                  <a:moveTo>
                    <a:pt x="2267394" y="7620"/>
                  </a:moveTo>
                  <a:lnTo>
                    <a:pt x="2236914" y="7620"/>
                  </a:lnTo>
                  <a:lnTo>
                    <a:pt x="2236914" y="0"/>
                  </a:lnTo>
                  <a:lnTo>
                    <a:pt x="2267394" y="0"/>
                  </a:lnTo>
                  <a:lnTo>
                    <a:pt x="2267394" y="7620"/>
                  </a:lnTo>
                  <a:close/>
                </a:path>
                <a:path w="5716270" h="857250">
                  <a:moveTo>
                    <a:pt x="2320734" y="7620"/>
                  </a:moveTo>
                  <a:lnTo>
                    <a:pt x="2290254" y="7620"/>
                  </a:lnTo>
                  <a:lnTo>
                    <a:pt x="2290254" y="0"/>
                  </a:lnTo>
                  <a:lnTo>
                    <a:pt x="2320734" y="0"/>
                  </a:lnTo>
                  <a:lnTo>
                    <a:pt x="2320734" y="7620"/>
                  </a:lnTo>
                  <a:close/>
                </a:path>
                <a:path w="5716270" h="857250">
                  <a:moveTo>
                    <a:pt x="2374074" y="7620"/>
                  </a:moveTo>
                  <a:lnTo>
                    <a:pt x="2343594" y="7620"/>
                  </a:lnTo>
                  <a:lnTo>
                    <a:pt x="2343594" y="0"/>
                  </a:lnTo>
                  <a:lnTo>
                    <a:pt x="2374074" y="0"/>
                  </a:lnTo>
                  <a:lnTo>
                    <a:pt x="2374074" y="7620"/>
                  </a:lnTo>
                  <a:close/>
                </a:path>
                <a:path w="5716270" h="857250">
                  <a:moveTo>
                    <a:pt x="2427414" y="7620"/>
                  </a:moveTo>
                  <a:lnTo>
                    <a:pt x="2396934" y="7620"/>
                  </a:lnTo>
                  <a:lnTo>
                    <a:pt x="2396934" y="0"/>
                  </a:lnTo>
                  <a:lnTo>
                    <a:pt x="2427414" y="0"/>
                  </a:lnTo>
                  <a:lnTo>
                    <a:pt x="2427414" y="7620"/>
                  </a:lnTo>
                  <a:close/>
                </a:path>
                <a:path w="5716270" h="857250">
                  <a:moveTo>
                    <a:pt x="2480754" y="7620"/>
                  </a:moveTo>
                  <a:lnTo>
                    <a:pt x="2450274" y="7620"/>
                  </a:lnTo>
                  <a:lnTo>
                    <a:pt x="2450274" y="0"/>
                  </a:lnTo>
                  <a:lnTo>
                    <a:pt x="2480754" y="0"/>
                  </a:lnTo>
                  <a:lnTo>
                    <a:pt x="2480754" y="7620"/>
                  </a:lnTo>
                  <a:close/>
                </a:path>
                <a:path w="5716270" h="857250">
                  <a:moveTo>
                    <a:pt x="2534094" y="7620"/>
                  </a:moveTo>
                  <a:lnTo>
                    <a:pt x="2503614" y="7620"/>
                  </a:lnTo>
                  <a:lnTo>
                    <a:pt x="2503614" y="0"/>
                  </a:lnTo>
                  <a:lnTo>
                    <a:pt x="2534094" y="0"/>
                  </a:lnTo>
                  <a:lnTo>
                    <a:pt x="2534094" y="7620"/>
                  </a:lnTo>
                  <a:close/>
                </a:path>
                <a:path w="5716270" h="857250">
                  <a:moveTo>
                    <a:pt x="2587434" y="7620"/>
                  </a:moveTo>
                  <a:lnTo>
                    <a:pt x="2556954" y="7620"/>
                  </a:lnTo>
                  <a:lnTo>
                    <a:pt x="2556954" y="0"/>
                  </a:lnTo>
                  <a:lnTo>
                    <a:pt x="2587434" y="0"/>
                  </a:lnTo>
                  <a:lnTo>
                    <a:pt x="2587434" y="7620"/>
                  </a:lnTo>
                  <a:close/>
                </a:path>
                <a:path w="5716270" h="857250">
                  <a:moveTo>
                    <a:pt x="2640774" y="7620"/>
                  </a:moveTo>
                  <a:lnTo>
                    <a:pt x="2610294" y="7620"/>
                  </a:lnTo>
                  <a:lnTo>
                    <a:pt x="2610294" y="0"/>
                  </a:lnTo>
                  <a:lnTo>
                    <a:pt x="2640774" y="0"/>
                  </a:lnTo>
                  <a:lnTo>
                    <a:pt x="2640774" y="7620"/>
                  </a:lnTo>
                  <a:close/>
                </a:path>
                <a:path w="5716270" h="857250">
                  <a:moveTo>
                    <a:pt x="2694114" y="7620"/>
                  </a:moveTo>
                  <a:lnTo>
                    <a:pt x="2663634" y="7620"/>
                  </a:lnTo>
                  <a:lnTo>
                    <a:pt x="2663634" y="0"/>
                  </a:lnTo>
                  <a:lnTo>
                    <a:pt x="2694114" y="0"/>
                  </a:lnTo>
                  <a:lnTo>
                    <a:pt x="2694114" y="7620"/>
                  </a:lnTo>
                  <a:close/>
                </a:path>
                <a:path w="5716270" h="857250">
                  <a:moveTo>
                    <a:pt x="2747454" y="7620"/>
                  </a:moveTo>
                  <a:lnTo>
                    <a:pt x="2716974" y="7620"/>
                  </a:lnTo>
                  <a:lnTo>
                    <a:pt x="2716974" y="0"/>
                  </a:lnTo>
                  <a:lnTo>
                    <a:pt x="2747454" y="0"/>
                  </a:lnTo>
                  <a:lnTo>
                    <a:pt x="2747454" y="7620"/>
                  </a:lnTo>
                  <a:close/>
                </a:path>
                <a:path w="5716270" h="857250">
                  <a:moveTo>
                    <a:pt x="2800794" y="7620"/>
                  </a:moveTo>
                  <a:lnTo>
                    <a:pt x="2770314" y="7620"/>
                  </a:lnTo>
                  <a:lnTo>
                    <a:pt x="2770314" y="0"/>
                  </a:lnTo>
                  <a:lnTo>
                    <a:pt x="2800794" y="0"/>
                  </a:lnTo>
                  <a:lnTo>
                    <a:pt x="2800794" y="7620"/>
                  </a:lnTo>
                  <a:close/>
                </a:path>
                <a:path w="5716270" h="857250">
                  <a:moveTo>
                    <a:pt x="2854134" y="7620"/>
                  </a:moveTo>
                  <a:lnTo>
                    <a:pt x="2823654" y="7620"/>
                  </a:lnTo>
                  <a:lnTo>
                    <a:pt x="2823654" y="0"/>
                  </a:lnTo>
                  <a:lnTo>
                    <a:pt x="2854134" y="0"/>
                  </a:lnTo>
                  <a:lnTo>
                    <a:pt x="2854134" y="7620"/>
                  </a:lnTo>
                  <a:close/>
                </a:path>
                <a:path w="5716270" h="857250">
                  <a:moveTo>
                    <a:pt x="2907474" y="7620"/>
                  </a:moveTo>
                  <a:lnTo>
                    <a:pt x="2876994" y="7620"/>
                  </a:lnTo>
                  <a:lnTo>
                    <a:pt x="2876994" y="0"/>
                  </a:lnTo>
                  <a:lnTo>
                    <a:pt x="2907474" y="0"/>
                  </a:lnTo>
                  <a:lnTo>
                    <a:pt x="2907474" y="7620"/>
                  </a:lnTo>
                  <a:close/>
                </a:path>
                <a:path w="5716270" h="857250">
                  <a:moveTo>
                    <a:pt x="2960814" y="7620"/>
                  </a:moveTo>
                  <a:lnTo>
                    <a:pt x="2930334" y="7620"/>
                  </a:lnTo>
                  <a:lnTo>
                    <a:pt x="2930334" y="0"/>
                  </a:lnTo>
                  <a:lnTo>
                    <a:pt x="2960814" y="0"/>
                  </a:lnTo>
                  <a:lnTo>
                    <a:pt x="2960814" y="7620"/>
                  </a:lnTo>
                  <a:close/>
                </a:path>
                <a:path w="5716270" h="857250">
                  <a:moveTo>
                    <a:pt x="3014154" y="7620"/>
                  </a:moveTo>
                  <a:lnTo>
                    <a:pt x="2983674" y="7620"/>
                  </a:lnTo>
                  <a:lnTo>
                    <a:pt x="2983674" y="0"/>
                  </a:lnTo>
                  <a:lnTo>
                    <a:pt x="3014154" y="0"/>
                  </a:lnTo>
                  <a:lnTo>
                    <a:pt x="3014154" y="7620"/>
                  </a:lnTo>
                  <a:close/>
                </a:path>
                <a:path w="5716270" h="857250">
                  <a:moveTo>
                    <a:pt x="3067494" y="7620"/>
                  </a:moveTo>
                  <a:lnTo>
                    <a:pt x="3037014" y="7620"/>
                  </a:lnTo>
                  <a:lnTo>
                    <a:pt x="3037014" y="0"/>
                  </a:lnTo>
                  <a:lnTo>
                    <a:pt x="3067494" y="0"/>
                  </a:lnTo>
                  <a:lnTo>
                    <a:pt x="3067494" y="7620"/>
                  </a:lnTo>
                  <a:close/>
                </a:path>
                <a:path w="5716270" h="857250">
                  <a:moveTo>
                    <a:pt x="3120834" y="7620"/>
                  </a:moveTo>
                  <a:lnTo>
                    <a:pt x="3090354" y="7620"/>
                  </a:lnTo>
                  <a:lnTo>
                    <a:pt x="3090354" y="0"/>
                  </a:lnTo>
                  <a:lnTo>
                    <a:pt x="3120834" y="0"/>
                  </a:lnTo>
                  <a:lnTo>
                    <a:pt x="3120834" y="7620"/>
                  </a:lnTo>
                  <a:close/>
                </a:path>
                <a:path w="5716270" h="857250">
                  <a:moveTo>
                    <a:pt x="3174174" y="7620"/>
                  </a:moveTo>
                  <a:lnTo>
                    <a:pt x="3143694" y="7620"/>
                  </a:lnTo>
                  <a:lnTo>
                    <a:pt x="3143694" y="0"/>
                  </a:lnTo>
                  <a:lnTo>
                    <a:pt x="3174174" y="0"/>
                  </a:lnTo>
                  <a:lnTo>
                    <a:pt x="3174174" y="7620"/>
                  </a:lnTo>
                  <a:close/>
                </a:path>
                <a:path w="5716270" h="857250">
                  <a:moveTo>
                    <a:pt x="3227514" y="7620"/>
                  </a:moveTo>
                  <a:lnTo>
                    <a:pt x="3197034" y="7620"/>
                  </a:lnTo>
                  <a:lnTo>
                    <a:pt x="3197034" y="0"/>
                  </a:lnTo>
                  <a:lnTo>
                    <a:pt x="3227514" y="0"/>
                  </a:lnTo>
                  <a:lnTo>
                    <a:pt x="3227514" y="7620"/>
                  </a:lnTo>
                  <a:close/>
                </a:path>
                <a:path w="5716270" h="857250">
                  <a:moveTo>
                    <a:pt x="3280854" y="7620"/>
                  </a:moveTo>
                  <a:lnTo>
                    <a:pt x="3250374" y="7620"/>
                  </a:lnTo>
                  <a:lnTo>
                    <a:pt x="3250374" y="0"/>
                  </a:lnTo>
                  <a:lnTo>
                    <a:pt x="3280854" y="0"/>
                  </a:lnTo>
                  <a:lnTo>
                    <a:pt x="3280854" y="7620"/>
                  </a:lnTo>
                  <a:close/>
                </a:path>
                <a:path w="5716270" h="857250">
                  <a:moveTo>
                    <a:pt x="3334194" y="7620"/>
                  </a:moveTo>
                  <a:lnTo>
                    <a:pt x="3303714" y="7620"/>
                  </a:lnTo>
                  <a:lnTo>
                    <a:pt x="3303714" y="0"/>
                  </a:lnTo>
                  <a:lnTo>
                    <a:pt x="3334194" y="0"/>
                  </a:lnTo>
                  <a:lnTo>
                    <a:pt x="3334194" y="7620"/>
                  </a:lnTo>
                  <a:close/>
                </a:path>
                <a:path w="5716270" h="857250">
                  <a:moveTo>
                    <a:pt x="3387534" y="7620"/>
                  </a:moveTo>
                  <a:lnTo>
                    <a:pt x="3357054" y="7620"/>
                  </a:lnTo>
                  <a:lnTo>
                    <a:pt x="3357054" y="0"/>
                  </a:lnTo>
                  <a:lnTo>
                    <a:pt x="3387534" y="0"/>
                  </a:lnTo>
                  <a:lnTo>
                    <a:pt x="3387534" y="7620"/>
                  </a:lnTo>
                  <a:close/>
                </a:path>
                <a:path w="5716270" h="857250">
                  <a:moveTo>
                    <a:pt x="3440874" y="7620"/>
                  </a:moveTo>
                  <a:lnTo>
                    <a:pt x="3410394" y="7620"/>
                  </a:lnTo>
                  <a:lnTo>
                    <a:pt x="3410394" y="0"/>
                  </a:lnTo>
                  <a:lnTo>
                    <a:pt x="3440874" y="0"/>
                  </a:lnTo>
                  <a:lnTo>
                    <a:pt x="3440874" y="7620"/>
                  </a:lnTo>
                  <a:close/>
                </a:path>
                <a:path w="5716270" h="857250">
                  <a:moveTo>
                    <a:pt x="3494214" y="7620"/>
                  </a:moveTo>
                  <a:lnTo>
                    <a:pt x="3463734" y="7620"/>
                  </a:lnTo>
                  <a:lnTo>
                    <a:pt x="3463734" y="0"/>
                  </a:lnTo>
                  <a:lnTo>
                    <a:pt x="3494214" y="0"/>
                  </a:lnTo>
                  <a:lnTo>
                    <a:pt x="3494214" y="7620"/>
                  </a:lnTo>
                  <a:close/>
                </a:path>
                <a:path w="5716270" h="857250">
                  <a:moveTo>
                    <a:pt x="3547554" y="7620"/>
                  </a:moveTo>
                  <a:lnTo>
                    <a:pt x="3517074" y="7620"/>
                  </a:lnTo>
                  <a:lnTo>
                    <a:pt x="3517074" y="0"/>
                  </a:lnTo>
                  <a:lnTo>
                    <a:pt x="3547554" y="0"/>
                  </a:lnTo>
                  <a:lnTo>
                    <a:pt x="3547554" y="7620"/>
                  </a:lnTo>
                  <a:close/>
                </a:path>
                <a:path w="5716270" h="857250">
                  <a:moveTo>
                    <a:pt x="3600894" y="7620"/>
                  </a:moveTo>
                  <a:lnTo>
                    <a:pt x="3570414" y="7620"/>
                  </a:lnTo>
                  <a:lnTo>
                    <a:pt x="3570414" y="0"/>
                  </a:lnTo>
                  <a:lnTo>
                    <a:pt x="3600894" y="0"/>
                  </a:lnTo>
                  <a:lnTo>
                    <a:pt x="3600894" y="7620"/>
                  </a:lnTo>
                  <a:close/>
                </a:path>
                <a:path w="5716270" h="857250">
                  <a:moveTo>
                    <a:pt x="3654234" y="7620"/>
                  </a:moveTo>
                  <a:lnTo>
                    <a:pt x="3623754" y="7620"/>
                  </a:lnTo>
                  <a:lnTo>
                    <a:pt x="3623754" y="0"/>
                  </a:lnTo>
                  <a:lnTo>
                    <a:pt x="3654234" y="0"/>
                  </a:lnTo>
                  <a:lnTo>
                    <a:pt x="3654234" y="7620"/>
                  </a:lnTo>
                  <a:close/>
                </a:path>
                <a:path w="5716270" h="857250">
                  <a:moveTo>
                    <a:pt x="3707574" y="7620"/>
                  </a:moveTo>
                  <a:lnTo>
                    <a:pt x="3677094" y="7620"/>
                  </a:lnTo>
                  <a:lnTo>
                    <a:pt x="3677094" y="0"/>
                  </a:lnTo>
                  <a:lnTo>
                    <a:pt x="3707574" y="0"/>
                  </a:lnTo>
                  <a:lnTo>
                    <a:pt x="3707574" y="7620"/>
                  </a:lnTo>
                  <a:close/>
                </a:path>
                <a:path w="5716270" h="857250">
                  <a:moveTo>
                    <a:pt x="3760914" y="7620"/>
                  </a:moveTo>
                  <a:lnTo>
                    <a:pt x="3730434" y="7620"/>
                  </a:lnTo>
                  <a:lnTo>
                    <a:pt x="3730434" y="0"/>
                  </a:lnTo>
                  <a:lnTo>
                    <a:pt x="3760914" y="0"/>
                  </a:lnTo>
                  <a:lnTo>
                    <a:pt x="3760914" y="7620"/>
                  </a:lnTo>
                  <a:close/>
                </a:path>
                <a:path w="5716270" h="857250">
                  <a:moveTo>
                    <a:pt x="3814254" y="7620"/>
                  </a:moveTo>
                  <a:lnTo>
                    <a:pt x="3783774" y="7620"/>
                  </a:lnTo>
                  <a:lnTo>
                    <a:pt x="3783774" y="0"/>
                  </a:lnTo>
                  <a:lnTo>
                    <a:pt x="3814254" y="0"/>
                  </a:lnTo>
                  <a:lnTo>
                    <a:pt x="3814254" y="7620"/>
                  </a:lnTo>
                  <a:close/>
                </a:path>
                <a:path w="5716270" h="857250">
                  <a:moveTo>
                    <a:pt x="3867594" y="7620"/>
                  </a:moveTo>
                  <a:lnTo>
                    <a:pt x="3837114" y="7620"/>
                  </a:lnTo>
                  <a:lnTo>
                    <a:pt x="3837114" y="0"/>
                  </a:lnTo>
                  <a:lnTo>
                    <a:pt x="3867594" y="0"/>
                  </a:lnTo>
                  <a:lnTo>
                    <a:pt x="3867594" y="7620"/>
                  </a:lnTo>
                  <a:close/>
                </a:path>
                <a:path w="5716270" h="857250">
                  <a:moveTo>
                    <a:pt x="3920934" y="7620"/>
                  </a:moveTo>
                  <a:lnTo>
                    <a:pt x="3890454" y="7620"/>
                  </a:lnTo>
                  <a:lnTo>
                    <a:pt x="3890454" y="0"/>
                  </a:lnTo>
                  <a:lnTo>
                    <a:pt x="3920934" y="0"/>
                  </a:lnTo>
                  <a:lnTo>
                    <a:pt x="3920934" y="7620"/>
                  </a:lnTo>
                  <a:close/>
                </a:path>
                <a:path w="5716270" h="857250">
                  <a:moveTo>
                    <a:pt x="3974274" y="7620"/>
                  </a:moveTo>
                  <a:lnTo>
                    <a:pt x="3943794" y="7620"/>
                  </a:lnTo>
                  <a:lnTo>
                    <a:pt x="3943794" y="0"/>
                  </a:lnTo>
                  <a:lnTo>
                    <a:pt x="3974274" y="0"/>
                  </a:lnTo>
                  <a:lnTo>
                    <a:pt x="3974274" y="7620"/>
                  </a:lnTo>
                  <a:close/>
                </a:path>
                <a:path w="5716270" h="857250">
                  <a:moveTo>
                    <a:pt x="4027614" y="7620"/>
                  </a:moveTo>
                  <a:lnTo>
                    <a:pt x="3997134" y="7620"/>
                  </a:lnTo>
                  <a:lnTo>
                    <a:pt x="3997134" y="0"/>
                  </a:lnTo>
                  <a:lnTo>
                    <a:pt x="4027614" y="0"/>
                  </a:lnTo>
                  <a:lnTo>
                    <a:pt x="4027614" y="7620"/>
                  </a:lnTo>
                  <a:close/>
                </a:path>
                <a:path w="5716270" h="857250">
                  <a:moveTo>
                    <a:pt x="4080954" y="7620"/>
                  </a:moveTo>
                  <a:lnTo>
                    <a:pt x="4050474" y="7620"/>
                  </a:lnTo>
                  <a:lnTo>
                    <a:pt x="4050474" y="0"/>
                  </a:lnTo>
                  <a:lnTo>
                    <a:pt x="4080954" y="0"/>
                  </a:lnTo>
                  <a:lnTo>
                    <a:pt x="4080954" y="7620"/>
                  </a:lnTo>
                  <a:close/>
                </a:path>
                <a:path w="5716270" h="857250">
                  <a:moveTo>
                    <a:pt x="4134294" y="7620"/>
                  </a:moveTo>
                  <a:lnTo>
                    <a:pt x="4103814" y="7620"/>
                  </a:lnTo>
                  <a:lnTo>
                    <a:pt x="4103814" y="0"/>
                  </a:lnTo>
                  <a:lnTo>
                    <a:pt x="4134294" y="0"/>
                  </a:lnTo>
                  <a:lnTo>
                    <a:pt x="4134294" y="7620"/>
                  </a:lnTo>
                  <a:close/>
                </a:path>
                <a:path w="5716270" h="857250">
                  <a:moveTo>
                    <a:pt x="4187634" y="7620"/>
                  </a:moveTo>
                  <a:lnTo>
                    <a:pt x="4157154" y="7620"/>
                  </a:lnTo>
                  <a:lnTo>
                    <a:pt x="4157154" y="0"/>
                  </a:lnTo>
                  <a:lnTo>
                    <a:pt x="4187634" y="0"/>
                  </a:lnTo>
                  <a:lnTo>
                    <a:pt x="4187634" y="7620"/>
                  </a:lnTo>
                  <a:close/>
                </a:path>
                <a:path w="5716270" h="857250">
                  <a:moveTo>
                    <a:pt x="4240974" y="7620"/>
                  </a:moveTo>
                  <a:lnTo>
                    <a:pt x="4210494" y="7620"/>
                  </a:lnTo>
                  <a:lnTo>
                    <a:pt x="4210494" y="0"/>
                  </a:lnTo>
                  <a:lnTo>
                    <a:pt x="4240974" y="0"/>
                  </a:lnTo>
                  <a:lnTo>
                    <a:pt x="4240974" y="7620"/>
                  </a:lnTo>
                  <a:close/>
                </a:path>
                <a:path w="5716270" h="857250">
                  <a:moveTo>
                    <a:pt x="4294314" y="7620"/>
                  </a:moveTo>
                  <a:lnTo>
                    <a:pt x="4263834" y="7620"/>
                  </a:lnTo>
                  <a:lnTo>
                    <a:pt x="4263834" y="0"/>
                  </a:lnTo>
                  <a:lnTo>
                    <a:pt x="4294314" y="0"/>
                  </a:lnTo>
                  <a:lnTo>
                    <a:pt x="4294314" y="7620"/>
                  </a:lnTo>
                  <a:close/>
                </a:path>
                <a:path w="5716270" h="857250">
                  <a:moveTo>
                    <a:pt x="4347654" y="7620"/>
                  </a:moveTo>
                  <a:lnTo>
                    <a:pt x="4317174" y="7620"/>
                  </a:lnTo>
                  <a:lnTo>
                    <a:pt x="4317174" y="0"/>
                  </a:lnTo>
                  <a:lnTo>
                    <a:pt x="4347654" y="0"/>
                  </a:lnTo>
                  <a:lnTo>
                    <a:pt x="4347654" y="7620"/>
                  </a:lnTo>
                  <a:close/>
                </a:path>
                <a:path w="5716270" h="857250">
                  <a:moveTo>
                    <a:pt x="4400994" y="7620"/>
                  </a:moveTo>
                  <a:lnTo>
                    <a:pt x="4370514" y="7620"/>
                  </a:lnTo>
                  <a:lnTo>
                    <a:pt x="4370514" y="0"/>
                  </a:lnTo>
                  <a:lnTo>
                    <a:pt x="4400994" y="0"/>
                  </a:lnTo>
                  <a:lnTo>
                    <a:pt x="4400994" y="7620"/>
                  </a:lnTo>
                  <a:close/>
                </a:path>
                <a:path w="5716270" h="857250">
                  <a:moveTo>
                    <a:pt x="4454334" y="7620"/>
                  </a:moveTo>
                  <a:lnTo>
                    <a:pt x="4423854" y="7620"/>
                  </a:lnTo>
                  <a:lnTo>
                    <a:pt x="4423854" y="0"/>
                  </a:lnTo>
                  <a:lnTo>
                    <a:pt x="4454334" y="0"/>
                  </a:lnTo>
                  <a:lnTo>
                    <a:pt x="4454334" y="7620"/>
                  </a:lnTo>
                  <a:close/>
                </a:path>
                <a:path w="5716270" h="857250">
                  <a:moveTo>
                    <a:pt x="4507674" y="7620"/>
                  </a:moveTo>
                  <a:lnTo>
                    <a:pt x="4477194" y="7620"/>
                  </a:lnTo>
                  <a:lnTo>
                    <a:pt x="4477194" y="0"/>
                  </a:lnTo>
                  <a:lnTo>
                    <a:pt x="4507674" y="0"/>
                  </a:lnTo>
                  <a:lnTo>
                    <a:pt x="4507674" y="7620"/>
                  </a:lnTo>
                  <a:close/>
                </a:path>
                <a:path w="5716270" h="857250">
                  <a:moveTo>
                    <a:pt x="4561014" y="7620"/>
                  </a:moveTo>
                  <a:lnTo>
                    <a:pt x="4530534" y="7620"/>
                  </a:lnTo>
                  <a:lnTo>
                    <a:pt x="4530534" y="0"/>
                  </a:lnTo>
                  <a:lnTo>
                    <a:pt x="4561014" y="0"/>
                  </a:lnTo>
                  <a:lnTo>
                    <a:pt x="4561014" y="7620"/>
                  </a:lnTo>
                  <a:close/>
                </a:path>
                <a:path w="5716270" h="857250">
                  <a:moveTo>
                    <a:pt x="4614354" y="7620"/>
                  </a:moveTo>
                  <a:lnTo>
                    <a:pt x="4583874" y="7620"/>
                  </a:lnTo>
                  <a:lnTo>
                    <a:pt x="4583874" y="0"/>
                  </a:lnTo>
                  <a:lnTo>
                    <a:pt x="4614354" y="0"/>
                  </a:lnTo>
                  <a:lnTo>
                    <a:pt x="4614354" y="7620"/>
                  </a:lnTo>
                  <a:close/>
                </a:path>
                <a:path w="5716270" h="857250">
                  <a:moveTo>
                    <a:pt x="4667694" y="7620"/>
                  </a:moveTo>
                  <a:lnTo>
                    <a:pt x="4637214" y="7620"/>
                  </a:lnTo>
                  <a:lnTo>
                    <a:pt x="4637214" y="0"/>
                  </a:lnTo>
                  <a:lnTo>
                    <a:pt x="4667694" y="0"/>
                  </a:lnTo>
                  <a:lnTo>
                    <a:pt x="4667694" y="7620"/>
                  </a:lnTo>
                  <a:close/>
                </a:path>
                <a:path w="5716270" h="857250">
                  <a:moveTo>
                    <a:pt x="4721034" y="7620"/>
                  </a:moveTo>
                  <a:lnTo>
                    <a:pt x="4690554" y="7620"/>
                  </a:lnTo>
                  <a:lnTo>
                    <a:pt x="4690554" y="0"/>
                  </a:lnTo>
                  <a:lnTo>
                    <a:pt x="4721034" y="0"/>
                  </a:lnTo>
                  <a:lnTo>
                    <a:pt x="4721034" y="7620"/>
                  </a:lnTo>
                  <a:close/>
                </a:path>
                <a:path w="5716270" h="857250">
                  <a:moveTo>
                    <a:pt x="4774374" y="7620"/>
                  </a:moveTo>
                  <a:lnTo>
                    <a:pt x="4743894" y="7620"/>
                  </a:lnTo>
                  <a:lnTo>
                    <a:pt x="4743894" y="0"/>
                  </a:lnTo>
                  <a:lnTo>
                    <a:pt x="4774374" y="0"/>
                  </a:lnTo>
                  <a:lnTo>
                    <a:pt x="4774374" y="7620"/>
                  </a:lnTo>
                  <a:close/>
                </a:path>
                <a:path w="5716270" h="857250">
                  <a:moveTo>
                    <a:pt x="4827714" y="7620"/>
                  </a:moveTo>
                  <a:lnTo>
                    <a:pt x="4797234" y="7620"/>
                  </a:lnTo>
                  <a:lnTo>
                    <a:pt x="4797234" y="0"/>
                  </a:lnTo>
                  <a:lnTo>
                    <a:pt x="4827714" y="0"/>
                  </a:lnTo>
                  <a:lnTo>
                    <a:pt x="4827714" y="7620"/>
                  </a:lnTo>
                  <a:close/>
                </a:path>
                <a:path w="5716270" h="857250">
                  <a:moveTo>
                    <a:pt x="4881054" y="7620"/>
                  </a:moveTo>
                  <a:lnTo>
                    <a:pt x="4850574" y="7620"/>
                  </a:lnTo>
                  <a:lnTo>
                    <a:pt x="4850574" y="0"/>
                  </a:lnTo>
                  <a:lnTo>
                    <a:pt x="4881054" y="0"/>
                  </a:lnTo>
                  <a:lnTo>
                    <a:pt x="4881054" y="7620"/>
                  </a:lnTo>
                  <a:close/>
                </a:path>
                <a:path w="5716270" h="857250">
                  <a:moveTo>
                    <a:pt x="4934394" y="7620"/>
                  </a:moveTo>
                  <a:lnTo>
                    <a:pt x="4903914" y="7620"/>
                  </a:lnTo>
                  <a:lnTo>
                    <a:pt x="4903914" y="0"/>
                  </a:lnTo>
                  <a:lnTo>
                    <a:pt x="4934394" y="0"/>
                  </a:lnTo>
                  <a:lnTo>
                    <a:pt x="4934394" y="7620"/>
                  </a:lnTo>
                  <a:close/>
                </a:path>
                <a:path w="5716270" h="857250">
                  <a:moveTo>
                    <a:pt x="4987734" y="7620"/>
                  </a:moveTo>
                  <a:lnTo>
                    <a:pt x="4957254" y="7620"/>
                  </a:lnTo>
                  <a:lnTo>
                    <a:pt x="4957254" y="0"/>
                  </a:lnTo>
                  <a:lnTo>
                    <a:pt x="4987734" y="0"/>
                  </a:lnTo>
                  <a:lnTo>
                    <a:pt x="4987734" y="7620"/>
                  </a:lnTo>
                  <a:close/>
                </a:path>
                <a:path w="5716270" h="857250">
                  <a:moveTo>
                    <a:pt x="5041074" y="7620"/>
                  </a:moveTo>
                  <a:lnTo>
                    <a:pt x="5010594" y="7620"/>
                  </a:lnTo>
                  <a:lnTo>
                    <a:pt x="5010594" y="0"/>
                  </a:lnTo>
                  <a:lnTo>
                    <a:pt x="5041074" y="0"/>
                  </a:lnTo>
                  <a:lnTo>
                    <a:pt x="5041074" y="7620"/>
                  </a:lnTo>
                  <a:close/>
                </a:path>
                <a:path w="5716270" h="857250">
                  <a:moveTo>
                    <a:pt x="5094414" y="7620"/>
                  </a:moveTo>
                  <a:lnTo>
                    <a:pt x="5063934" y="7620"/>
                  </a:lnTo>
                  <a:lnTo>
                    <a:pt x="5063934" y="0"/>
                  </a:lnTo>
                  <a:lnTo>
                    <a:pt x="5094414" y="0"/>
                  </a:lnTo>
                  <a:lnTo>
                    <a:pt x="5094414" y="7620"/>
                  </a:lnTo>
                  <a:close/>
                </a:path>
                <a:path w="5716270" h="857250">
                  <a:moveTo>
                    <a:pt x="5147754" y="7620"/>
                  </a:moveTo>
                  <a:lnTo>
                    <a:pt x="5117274" y="7620"/>
                  </a:lnTo>
                  <a:lnTo>
                    <a:pt x="5117274" y="0"/>
                  </a:lnTo>
                  <a:lnTo>
                    <a:pt x="5147754" y="0"/>
                  </a:lnTo>
                  <a:lnTo>
                    <a:pt x="5147754" y="7620"/>
                  </a:lnTo>
                  <a:close/>
                </a:path>
                <a:path w="5716270" h="857250">
                  <a:moveTo>
                    <a:pt x="5201094" y="7620"/>
                  </a:moveTo>
                  <a:lnTo>
                    <a:pt x="5170614" y="7620"/>
                  </a:lnTo>
                  <a:lnTo>
                    <a:pt x="5170614" y="0"/>
                  </a:lnTo>
                  <a:lnTo>
                    <a:pt x="5201094" y="0"/>
                  </a:lnTo>
                  <a:lnTo>
                    <a:pt x="5201094" y="7620"/>
                  </a:lnTo>
                  <a:close/>
                </a:path>
                <a:path w="5716270" h="857250">
                  <a:moveTo>
                    <a:pt x="5254434" y="7620"/>
                  </a:moveTo>
                  <a:lnTo>
                    <a:pt x="5223954" y="7620"/>
                  </a:lnTo>
                  <a:lnTo>
                    <a:pt x="5223954" y="0"/>
                  </a:lnTo>
                  <a:lnTo>
                    <a:pt x="5254434" y="0"/>
                  </a:lnTo>
                  <a:lnTo>
                    <a:pt x="5254434" y="7620"/>
                  </a:lnTo>
                  <a:close/>
                </a:path>
                <a:path w="5716270" h="857250">
                  <a:moveTo>
                    <a:pt x="5307774" y="7620"/>
                  </a:moveTo>
                  <a:lnTo>
                    <a:pt x="5277294" y="7620"/>
                  </a:lnTo>
                  <a:lnTo>
                    <a:pt x="5277294" y="0"/>
                  </a:lnTo>
                  <a:lnTo>
                    <a:pt x="5307774" y="0"/>
                  </a:lnTo>
                  <a:lnTo>
                    <a:pt x="5307774" y="7620"/>
                  </a:lnTo>
                  <a:close/>
                </a:path>
                <a:path w="5716270" h="857250">
                  <a:moveTo>
                    <a:pt x="5361114" y="7620"/>
                  </a:moveTo>
                  <a:lnTo>
                    <a:pt x="5330634" y="7620"/>
                  </a:lnTo>
                  <a:lnTo>
                    <a:pt x="5330634" y="0"/>
                  </a:lnTo>
                  <a:lnTo>
                    <a:pt x="5361114" y="0"/>
                  </a:lnTo>
                  <a:lnTo>
                    <a:pt x="5361114" y="7620"/>
                  </a:lnTo>
                  <a:close/>
                </a:path>
                <a:path w="5716270" h="857250">
                  <a:moveTo>
                    <a:pt x="5414454" y="7620"/>
                  </a:moveTo>
                  <a:lnTo>
                    <a:pt x="5383974" y="7620"/>
                  </a:lnTo>
                  <a:lnTo>
                    <a:pt x="5383974" y="0"/>
                  </a:lnTo>
                  <a:lnTo>
                    <a:pt x="5414454" y="0"/>
                  </a:lnTo>
                  <a:lnTo>
                    <a:pt x="5414454" y="7620"/>
                  </a:lnTo>
                  <a:close/>
                </a:path>
                <a:path w="5716270" h="857250">
                  <a:moveTo>
                    <a:pt x="5467794" y="7620"/>
                  </a:moveTo>
                  <a:lnTo>
                    <a:pt x="5437314" y="7620"/>
                  </a:lnTo>
                  <a:lnTo>
                    <a:pt x="5437314" y="0"/>
                  </a:lnTo>
                  <a:lnTo>
                    <a:pt x="5467794" y="0"/>
                  </a:lnTo>
                  <a:lnTo>
                    <a:pt x="5467794" y="7620"/>
                  </a:lnTo>
                  <a:close/>
                </a:path>
                <a:path w="5716270" h="857250">
                  <a:moveTo>
                    <a:pt x="5521134" y="7620"/>
                  </a:moveTo>
                  <a:lnTo>
                    <a:pt x="5490654" y="7620"/>
                  </a:lnTo>
                  <a:lnTo>
                    <a:pt x="5490654" y="0"/>
                  </a:lnTo>
                  <a:lnTo>
                    <a:pt x="5521134" y="0"/>
                  </a:lnTo>
                  <a:lnTo>
                    <a:pt x="5521134" y="7620"/>
                  </a:lnTo>
                  <a:close/>
                </a:path>
                <a:path w="5716270" h="857250">
                  <a:moveTo>
                    <a:pt x="5574372" y="7708"/>
                  </a:moveTo>
                  <a:lnTo>
                    <a:pt x="5570753" y="7620"/>
                  </a:lnTo>
                  <a:lnTo>
                    <a:pt x="5543994" y="7620"/>
                  </a:lnTo>
                  <a:lnTo>
                    <a:pt x="5543994" y="0"/>
                  </a:lnTo>
                  <a:lnTo>
                    <a:pt x="5570905" y="0"/>
                  </a:lnTo>
                  <a:lnTo>
                    <a:pt x="5574563" y="88"/>
                  </a:lnTo>
                  <a:lnTo>
                    <a:pt x="5574372" y="7708"/>
                  </a:lnTo>
                  <a:close/>
                </a:path>
                <a:path w="5716270" h="857250">
                  <a:moveTo>
                    <a:pt x="5624946" y="10439"/>
                  </a:moveTo>
                  <a:lnTo>
                    <a:pt x="5598673" y="10429"/>
                  </a:lnTo>
                  <a:lnTo>
                    <a:pt x="5596509" y="10045"/>
                  </a:lnTo>
                  <a:lnTo>
                    <a:pt x="5597842" y="2540"/>
                  </a:lnTo>
                  <a:lnTo>
                    <a:pt x="5624946" y="10439"/>
                  </a:lnTo>
                  <a:close/>
                </a:path>
                <a:path w="5716270" h="857250">
                  <a:moveTo>
                    <a:pt x="5627698" y="11976"/>
                  </a:moveTo>
                  <a:lnTo>
                    <a:pt x="5605386" y="11976"/>
                  </a:lnTo>
                  <a:lnTo>
                    <a:pt x="5598664" y="10429"/>
                  </a:lnTo>
                  <a:lnTo>
                    <a:pt x="5624946" y="10439"/>
                  </a:lnTo>
                  <a:lnTo>
                    <a:pt x="5627458" y="11430"/>
                  </a:lnTo>
                  <a:lnTo>
                    <a:pt x="5627865" y="11607"/>
                  </a:lnTo>
                  <a:lnTo>
                    <a:pt x="5627698" y="11976"/>
                  </a:lnTo>
                  <a:close/>
                </a:path>
                <a:path w="5716270" h="857250">
                  <a:moveTo>
                    <a:pt x="5625875" y="16014"/>
                  </a:moveTo>
                  <a:lnTo>
                    <a:pt x="5618327" y="16014"/>
                  </a:lnTo>
                  <a:lnTo>
                    <a:pt x="5611749" y="13779"/>
                  </a:lnTo>
                  <a:lnTo>
                    <a:pt x="5605208" y="11937"/>
                  </a:lnTo>
                  <a:lnTo>
                    <a:pt x="5605386" y="11976"/>
                  </a:lnTo>
                  <a:lnTo>
                    <a:pt x="5627698" y="11976"/>
                  </a:lnTo>
                  <a:lnTo>
                    <a:pt x="5625875" y="16014"/>
                  </a:lnTo>
                  <a:close/>
                </a:path>
                <a:path w="5716270" h="857250">
                  <a:moveTo>
                    <a:pt x="5624762" y="18478"/>
                  </a:moveTo>
                  <a:lnTo>
                    <a:pt x="5624576" y="18478"/>
                  </a:lnTo>
                  <a:lnTo>
                    <a:pt x="5618207" y="15973"/>
                  </a:lnTo>
                  <a:lnTo>
                    <a:pt x="5625875" y="16014"/>
                  </a:lnTo>
                  <a:lnTo>
                    <a:pt x="5624762" y="18478"/>
                  </a:lnTo>
                  <a:close/>
                </a:path>
                <a:path w="5716270" h="857250">
                  <a:moveTo>
                    <a:pt x="5624728" y="18554"/>
                  </a:moveTo>
                  <a:lnTo>
                    <a:pt x="5624398" y="18415"/>
                  </a:lnTo>
                  <a:lnTo>
                    <a:pt x="5624576" y="18478"/>
                  </a:lnTo>
                  <a:lnTo>
                    <a:pt x="5624762" y="18478"/>
                  </a:lnTo>
                  <a:close/>
                </a:path>
                <a:path w="5716270" h="857250">
                  <a:moveTo>
                    <a:pt x="5660799" y="31203"/>
                  </a:moveTo>
                  <a:lnTo>
                    <a:pt x="5647969" y="31203"/>
                  </a:lnTo>
                  <a:lnTo>
                    <a:pt x="5644438" y="28943"/>
                  </a:lnTo>
                  <a:lnTo>
                    <a:pt x="5648553" y="22517"/>
                  </a:lnTo>
                  <a:lnTo>
                    <a:pt x="5652160" y="24841"/>
                  </a:lnTo>
                  <a:lnTo>
                    <a:pt x="5657927" y="28943"/>
                  </a:lnTo>
                  <a:lnTo>
                    <a:pt x="5660799" y="31203"/>
                  </a:lnTo>
                  <a:close/>
                </a:path>
                <a:path w="5716270" h="857250">
                  <a:moveTo>
                    <a:pt x="5670067" y="39141"/>
                  </a:moveTo>
                  <a:lnTo>
                    <a:pt x="5658573" y="39141"/>
                  </a:lnTo>
                  <a:lnTo>
                    <a:pt x="5653227" y="34937"/>
                  </a:lnTo>
                  <a:lnTo>
                    <a:pt x="5647873" y="31142"/>
                  </a:lnTo>
                  <a:lnTo>
                    <a:pt x="5660799" y="31203"/>
                  </a:lnTo>
                  <a:lnTo>
                    <a:pt x="5663349" y="33210"/>
                  </a:lnTo>
                  <a:lnTo>
                    <a:pt x="5668632" y="37769"/>
                  </a:lnTo>
                  <a:lnTo>
                    <a:pt x="5670067" y="39141"/>
                  </a:lnTo>
                  <a:close/>
                </a:path>
                <a:path w="5716270" h="857250">
                  <a:moveTo>
                    <a:pt x="5671448" y="43472"/>
                  </a:moveTo>
                  <a:lnTo>
                    <a:pt x="5663577" y="43472"/>
                  </a:lnTo>
                  <a:lnTo>
                    <a:pt x="5658491" y="39076"/>
                  </a:lnTo>
                  <a:lnTo>
                    <a:pt x="5670067" y="39141"/>
                  </a:lnTo>
                  <a:lnTo>
                    <a:pt x="5672950" y="41897"/>
                  </a:lnTo>
                  <a:lnTo>
                    <a:pt x="5671448" y="43472"/>
                  </a:lnTo>
                  <a:close/>
                </a:path>
                <a:path w="5716270" h="857250">
                  <a:moveTo>
                    <a:pt x="5667692" y="47409"/>
                  </a:moveTo>
                  <a:lnTo>
                    <a:pt x="5663438" y="43357"/>
                  </a:lnTo>
                  <a:lnTo>
                    <a:pt x="5663577" y="43472"/>
                  </a:lnTo>
                  <a:lnTo>
                    <a:pt x="5671448" y="43472"/>
                  </a:lnTo>
                  <a:lnTo>
                    <a:pt x="5667692" y="47409"/>
                  </a:lnTo>
                  <a:close/>
                </a:path>
                <a:path w="5716270" h="857250">
                  <a:moveTo>
                    <a:pt x="5694218" y="68453"/>
                  </a:moveTo>
                  <a:lnTo>
                    <a:pt x="5685167" y="68453"/>
                  </a:lnTo>
                  <a:lnTo>
                    <a:pt x="5682119" y="64160"/>
                  </a:lnTo>
                  <a:lnTo>
                    <a:pt x="5688330" y="59740"/>
                  </a:lnTo>
                  <a:lnTo>
                    <a:pt x="5691461" y="64160"/>
                  </a:lnTo>
                  <a:lnTo>
                    <a:pt x="5694218" y="68453"/>
                  </a:lnTo>
                  <a:close/>
                </a:path>
                <a:path w="5716270" h="857250">
                  <a:moveTo>
                    <a:pt x="5697535" y="74041"/>
                  </a:moveTo>
                  <a:lnTo>
                    <a:pt x="5688749" y="74041"/>
                  </a:lnTo>
                  <a:lnTo>
                    <a:pt x="5685128" y="68397"/>
                  </a:lnTo>
                  <a:lnTo>
                    <a:pt x="5694218" y="68453"/>
                  </a:lnTo>
                  <a:lnTo>
                    <a:pt x="5695213" y="70002"/>
                  </a:lnTo>
                  <a:lnTo>
                    <a:pt x="5697535" y="74041"/>
                  </a:lnTo>
                  <a:close/>
                </a:path>
                <a:path w="5716270" h="857250">
                  <a:moveTo>
                    <a:pt x="5700624" y="79819"/>
                  </a:moveTo>
                  <a:lnTo>
                    <a:pt x="5692063" y="79819"/>
                  </a:lnTo>
                  <a:lnTo>
                    <a:pt x="5688735" y="74019"/>
                  </a:lnTo>
                  <a:lnTo>
                    <a:pt x="5697535" y="74041"/>
                  </a:lnTo>
                  <a:lnTo>
                    <a:pt x="5698718" y="76098"/>
                  </a:lnTo>
                  <a:lnTo>
                    <a:pt x="5700624" y="79819"/>
                  </a:lnTo>
                  <a:close/>
                </a:path>
                <a:path w="5716270" h="857250">
                  <a:moveTo>
                    <a:pt x="5703464" y="85763"/>
                  </a:moveTo>
                  <a:lnTo>
                    <a:pt x="5695099" y="85763"/>
                  </a:lnTo>
                  <a:lnTo>
                    <a:pt x="5692022" y="79748"/>
                  </a:lnTo>
                  <a:lnTo>
                    <a:pt x="5700624" y="79819"/>
                  </a:lnTo>
                  <a:lnTo>
                    <a:pt x="5701931" y="82372"/>
                  </a:lnTo>
                  <a:lnTo>
                    <a:pt x="5703464" y="85763"/>
                  </a:lnTo>
                  <a:close/>
                </a:path>
                <a:path w="5716270" h="857250">
                  <a:moveTo>
                    <a:pt x="5696953" y="89865"/>
                  </a:moveTo>
                  <a:lnTo>
                    <a:pt x="5695086" y="85737"/>
                  </a:lnTo>
                  <a:lnTo>
                    <a:pt x="5703464" y="85763"/>
                  </a:lnTo>
                  <a:lnTo>
                    <a:pt x="5703900" y="86728"/>
                  </a:lnTo>
                  <a:lnTo>
                    <a:pt x="5696953" y="89865"/>
                  </a:lnTo>
                  <a:close/>
                </a:path>
                <a:path w="5716270" h="857250">
                  <a:moveTo>
                    <a:pt x="5713599" y="117729"/>
                  </a:moveTo>
                  <a:lnTo>
                    <a:pt x="5705868" y="117729"/>
                  </a:lnTo>
                  <a:lnTo>
                    <a:pt x="5704334" y="111061"/>
                  </a:lnTo>
                  <a:lnTo>
                    <a:pt x="5704325" y="110883"/>
                  </a:lnTo>
                  <a:lnTo>
                    <a:pt x="5711621" y="108813"/>
                  </a:lnTo>
                  <a:lnTo>
                    <a:pt x="5711698" y="109080"/>
                  </a:lnTo>
                  <a:lnTo>
                    <a:pt x="5713310" y="116116"/>
                  </a:lnTo>
                  <a:lnTo>
                    <a:pt x="5713599" y="117729"/>
                  </a:lnTo>
                  <a:close/>
                </a:path>
                <a:path w="5716270" h="857250">
                  <a:moveTo>
                    <a:pt x="5714752" y="124523"/>
                  </a:moveTo>
                  <a:lnTo>
                    <a:pt x="5707075" y="124523"/>
                  </a:lnTo>
                  <a:lnTo>
                    <a:pt x="5705840" y="117605"/>
                  </a:lnTo>
                  <a:lnTo>
                    <a:pt x="5713599" y="117729"/>
                  </a:lnTo>
                  <a:lnTo>
                    <a:pt x="5714593" y="123278"/>
                  </a:lnTo>
                  <a:lnTo>
                    <a:pt x="5714752" y="124523"/>
                  </a:lnTo>
                  <a:close/>
                </a:path>
                <a:path w="5716270" h="857250">
                  <a:moveTo>
                    <a:pt x="5715586" y="131419"/>
                  </a:moveTo>
                  <a:lnTo>
                    <a:pt x="5707951" y="131419"/>
                  </a:lnTo>
                  <a:lnTo>
                    <a:pt x="5707071" y="124500"/>
                  </a:lnTo>
                  <a:lnTo>
                    <a:pt x="5714752" y="124523"/>
                  </a:lnTo>
                  <a:lnTo>
                    <a:pt x="5715520" y="130556"/>
                  </a:lnTo>
                  <a:lnTo>
                    <a:pt x="5715586" y="131419"/>
                  </a:lnTo>
                  <a:close/>
                </a:path>
                <a:path w="5716270" h="857250">
                  <a:moveTo>
                    <a:pt x="5708510" y="140055"/>
                  </a:moveTo>
                  <a:lnTo>
                    <a:pt x="5708472" y="138226"/>
                  </a:lnTo>
                  <a:lnTo>
                    <a:pt x="5708435" y="137934"/>
                  </a:lnTo>
                  <a:lnTo>
                    <a:pt x="5707926" y="131229"/>
                  </a:lnTo>
                  <a:lnTo>
                    <a:pt x="5707951" y="131419"/>
                  </a:lnTo>
                  <a:lnTo>
                    <a:pt x="5715586" y="131419"/>
                  </a:lnTo>
                  <a:lnTo>
                    <a:pt x="5716079" y="137934"/>
                  </a:lnTo>
                  <a:lnTo>
                    <a:pt x="5716130" y="139852"/>
                  </a:lnTo>
                  <a:lnTo>
                    <a:pt x="5708510" y="140055"/>
                  </a:lnTo>
                  <a:close/>
                </a:path>
                <a:path w="5716270" h="857250">
                  <a:moveTo>
                    <a:pt x="5708472" y="138417"/>
                  </a:moveTo>
                  <a:lnTo>
                    <a:pt x="5708457" y="138226"/>
                  </a:lnTo>
                  <a:lnTo>
                    <a:pt x="5708472" y="138417"/>
                  </a:lnTo>
                  <a:close/>
                </a:path>
                <a:path w="5716270" h="857250">
                  <a:moveTo>
                    <a:pt x="5716270" y="193294"/>
                  </a:moveTo>
                  <a:lnTo>
                    <a:pt x="5708650" y="193294"/>
                  </a:lnTo>
                  <a:lnTo>
                    <a:pt x="5708650" y="162814"/>
                  </a:lnTo>
                  <a:lnTo>
                    <a:pt x="5716270" y="162814"/>
                  </a:lnTo>
                  <a:lnTo>
                    <a:pt x="5716270" y="193294"/>
                  </a:lnTo>
                  <a:close/>
                </a:path>
                <a:path w="5716270" h="857250">
                  <a:moveTo>
                    <a:pt x="5716270" y="246634"/>
                  </a:moveTo>
                  <a:lnTo>
                    <a:pt x="5708650" y="246634"/>
                  </a:lnTo>
                  <a:lnTo>
                    <a:pt x="5708650" y="216154"/>
                  </a:lnTo>
                  <a:lnTo>
                    <a:pt x="5716270" y="216154"/>
                  </a:lnTo>
                  <a:lnTo>
                    <a:pt x="5716270" y="246634"/>
                  </a:lnTo>
                  <a:close/>
                </a:path>
                <a:path w="5716270" h="857250">
                  <a:moveTo>
                    <a:pt x="5716270" y="299974"/>
                  </a:moveTo>
                  <a:lnTo>
                    <a:pt x="5708650" y="299974"/>
                  </a:lnTo>
                  <a:lnTo>
                    <a:pt x="5708650" y="269494"/>
                  </a:lnTo>
                  <a:lnTo>
                    <a:pt x="5716270" y="269494"/>
                  </a:lnTo>
                  <a:lnTo>
                    <a:pt x="5716270" y="299974"/>
                  </a:lnTo>
                  <a:close/>
                </a:path>
                <a:path w="5716270" h="857250">
                  <a:moveTo>
                    <a:pt x="5716270" y="353314"/>
                  </a:moveTo>
                  <a:lnTo>
                    <a:pt x="5708650" y="353314"/>
                  </a:lnTo>
                  <a:lnTo>
                    <a:pt x="5708650" y="322834"/>
                  </a:lnTo>
                  <a:lnTo>
                    <a:pt x="5716270" y="322834"/>
                  </a:lnTo>
                  <a:lnTo>
                    <a:pt x="5716270" y="353314"/>
                  </a:lnTo>
                  <a:close/>
                </a:path>
                <a:path w="5716270" h="857250">
                  <a:moveTo>
                    <a:pt x="5716270" y="406654"/>
                  </a:moveTo>
                  <a:lnTo>
                    <a:pt x="5708650" y="406654"/>
                  </a:lnTo>
                  <a:lnTo>
                    <a:pt x="5708650" y="376174"/>
                  </a:lnTo>
                  <a:lnTo>
                    <a:pt x="5716270" y="376174"/>
                  </a:lnTo>
                  <a:lnTo>
                    <a:pt x="5716270" y="406654"/>
                  </a:lnTo>
                  <a:close/>
                </a:path>
                <a:path w="5716270" h="857250">
                  <a:moveTo>
                    <a:pt x="5716270" y="459994"/>
                  </a:moveTo>
                  <a:lnTo>
                    <a:pt x="5708650" y="459994"/>
                  </a:lnTo>
                  <a:lnTo>
                    <a:pt x="5708650" y="429514"/>
                  </a:lnTo>
                  <a:lnTo>
                    <a:pt x="5716270" y="429514"/>
                  </a:lnTo>
                  <a:lnTo>
                    <a:pt x="5716270" y="459994"/>
                  </a:lnTo>
                  <a:close/>
                </a:path>
                <a:path w="5716270" h="857250">
                  <a:moveTo>
                    <a:pt x="5716270" y="513334"/>
                  </a:moveTo>
                  <a:lnTo>
                    <a:pt x="5708650" y="513334"/>
                  </a:lnTo>
                  <a:lnTo>
                    <a:pt x="5708650" y="482854"/>
                  </a:lnTo>
                  <a:lnTo>
                    <a:pt x="5716270" y="482854"/>
                  </a:lnTo>
                  <a:lnTo>
                    <a:pt x="5716270" y="513334"/>
                  </a:lnTo>
                  <a:close/>
                </a:path>
                <a:path w="5716270" h="857250">
                  <a:moveTo>
                    <a:pt x="5716270" y="566674"/>
                  </a:moveTo>
                  <a:lnTo>
                    <a:pt x="5708650" y="566674"/>
                  </a:lnTo>
                  <a:lnTo>
                    <a:pt x="5708650" y="536194"/>
                  </a:lnTo>
                  <a:lnTo>
                    <a:pt x="5716270" y="536194"/>
                  </a:lnTo>
                  <a:lnTo>
                    <a:pt x="5716270" y="566674"/>
                  </a:lnTo>
                  <a:close/>
                </a:path>
                <a:path w="5716270" h="857250">
                  <a:moveTo>
                    <a:pt x="5716270" y="620014"/>
                  </a:moveTo>
                  <a:lnTo>
                    <a:pt x="5708650" y="620014"/>
                  </a:lnTo>
                  <a:lnTo>
                    <a:pt x="5708650" y="589534"/>
                  </a:lnTo>
                  <a:lnTo>
                    <a:pt x="5716270" y="589534"/>
                  </a:lnTo>
                  <a:lnTo>
                    <a:pt x="5716270" y="620014"/>
                  </a:lnTo>
                  <a:close/>
                </a:path>
                <a:path w="5716270" h="857250">
                  <a:moveTo>
                    <a:pt x="5716270" y="673354"/>
                  </a:moveTo>
                  <a:lnTo>
                    <a:pt x="5708650" y="673354"/>
                  </a:lnTo>
                  <a:lnTo>
                    <a:pt x="5708650" y="642874"/>
                  </a:lnTo>
                  <a:lnTo>
                    <a:pt x="5716270" y="642874"/>
                  </a:lnTo>
                  <a:lnTo>
                    <a:pt x="5716270" y="673354"/>
                  </a:lnTo>
                  <a:close/>
                </a:path>
                <a:path w="5716270" h="857250">
                  <a:moveTo>
                    <a:pt x="5716270" y="711835"/>
                  </a:moveTo>
                  <a:lnTo>
                    <a:pt x="5708650" y="711835"/>
                  </a:lnTo>
                  <a:lnTo>
                    <a:pt x="5708650" y="696214"/>
                  </a:lnTo>
                  <a:lnTo>
                    <a:pt x="5716270" y="696214"/>
                  </a:lnTo>
                  <a:lnTo>
                    <a:pt x="5716270" y="711835"/>
                  </a:lnTo>
                  <a:close/>
                </a:path>
                <a:path w="5716270" h="857250">
                  <a:moveTo>
                    <a:pt x="5716086" y="719023"/>
                  </a:moveTo>
                  <a:lnTo>
                    <a:pt x="5708472" y="719023"/>
                  </a:lnTo>
                  <a:lnTo>
                    <a:pt x="5708650" y="711733"/>
                  </a:lnTo>
                  <a:lnTo>
                    <a:pt x="5716270" y="711835"/>
                  </a:lnTo>
                  <a:lnTo>
                    <a:pt x="5716086" y="719023"/>
                  </a:lnTo>
                  <a:close/>
                </a:path>
                <a:path w="5716270" h="857250">
                  <a:moveTo>
                    <a:pt x="5715571" y="726020"/>
                  </a:moveTo>
                  <a:lnTo>
                    <a:pt x="5707926" y="726020"/>
                  </a:lnTo>
                  <a:lnTo>
                    <a:pt x="5707951" y="725830"/>
                  </a:lnTo>
                  <a:lnTo>
                    <a:pt x="5708472" y="718832"/>
                  </a:lnTo>
                  <a:lnTo>
                    <a:pt x="5708472" y="719023"/>
                  </a:lnTo>
                  <a:lnTo>
                    <a:pt x="5716086" y="719023"/>
                  </a:lnTo>
                  <a:lnTo>
                    <a:pt x="5716079" y="719315"/>
                  </a:lnTo>
                  <a:lnTo>
                    <a:pt x="5715571" y="726020"/>
                  </a:lnTo>
                  <a:close/>
                </a:path>
                <a:path w="5716270" h="857250">
                  <a:moveTo>
                    <a:pt x="5707928" y="725993"/>
                  </a:moveTo>
                  <a:lnTo>
                    <a:pt x="5707940" y="725830"/>
                  </a:lnTo>
                  <a:lnTo>
                    <a:pt x="5707928" y="725993"/>
                  </a:lnTo>
                  <a:close/>
                </a:path>
                <a:path w="5716270" h="857250">
                  <a:moveTo>
                    <a:pt x="5715469" y="727151"/>
                  </a:moveTo>
                  <a:lnTo>
                    <a:pt x="5707900" y="726186"/>
                  </a:lnTo>
                  <a:lnTo>
                    <a:pt x="5707928" y="725993"/>
                  </a:lnTo>
                  <a:lnTo>
                    <a:pt x="5715571" y="726020"/>
                  </a:lnTo>
                  <a:lnTo>
                    <a:pt x="5715469" y="727151"/>
                  </a:lnTo>
                  <a:close/>
                </a:path>
                <a:path w="5716270" h="857250">
                  <a:moveTo>
                    <a:pt x="5710345" y="752906"/>
                  </a:moveTo>
                  <a:lnTo>
                    <a:pt x="5702427" y="752906"/>
                  </a:lnTo>
                  <a:lnTo>
                    <a:pt x="5702490" y="752716"/>
                  </a:lnTo>
                  <a:lnTo>
                    <a:pt x="5703798" y="748068"/>
                  </a:lnTo>
                  <a:lnTo>
                    <a:pt x="5711126" y="750150"/>
                  </a:lnTo>
                  <a:lnTo>
                    <a:pt x="5710345" y="752906"/>
                  </a:lnTo>
                  <a:close/>
                </a:path>
                <a:path w="5716270" h="857250">
                  <a:moveTo>
                    <a:pt x="5702432" y="752887"/>
                  </a:moveTo>
                  <a:lnTo>
                    <a:pt x="5702481" y="752716"/>
                  </a:lnTo>
                  <a:lnTo>
                    <a:pt x="5702432" y="752887"/>
                  </a:lnTo>
                  <a:close/>
                </a:path>
                <a:path w="5716270" h="857250">
                  <a:moveTo>
                    <a:pt x="5708298" y="759307"/>
                  </a:moveTo>
                  <a:lnTo>
                    <a:pt x="5700255" y="759307"/>
                  </a:lnTo>
                  <a:lnTo>
                    <a:pt x="5700318" y="759129"/>
                  </a:lnTo>
                  <a:lnTo>
                    <a:pt x="5702432" y="752887"/>
                  </a:lnTo>
                  <a:lnTo>
                    <a:pt x="5710345" y="752906"/>
                  </a:lnTo>
                  <a:lnTo>
                    <a:pt x="5709729" y="755078"/>
                  </a:lnTo>
                  <a:lnTo>
                    <a:pt x="5708298" y="759307"/>
                  </a:lnTo>
                  <a:close/>
                </a:path>
                <a:path w="5716270" h="857250">
                  <a:moveTo>
                    <a:pt x="5700295" y="759188"/>
                  </a:moveTo>
                  <a:close/>
                </a:path>
                <a:path w="5716270" h="857250">
                  <a:moveTo>
                    <a:pt x="5705976" y="765556"/>
                  </a:moveTo>
                  <a:lnTo>
                    <a:pt x="5697791" y="765556"/>
                  </a:lnTo>
                  <a:lnTo>
                    <a:pt x="5700295" y="759188"/>
                  </a:lnTo>
                  <a:lnTo>
                    <a:pt x="5708298" y="759307"/>
                  </a:lnTo>
                  <a:lnTo>
                    <a:pt x="5707443" y="761834"/>
                  </a:lnTo>
                  <a:lnTo>
                    <a:pt x="5705976" y="765556"/>
                  </a:lnTo>
                  <a:close/>
                </a:path>
                <a:path w="5716270" h="857250">
                  <a:moveTo>
                    <a:pt x="5703388" y="771652"/>
                  </a:moveTo>
                  <a:lnTo>
                    <a:pt x="5695022" y="771652"/>
                  </a:lnTo>
                  <a:lnTo>
                    <a:pt x="5695099" y="771486"/>
                  </a:lnTo>
                  <a:lnTo>
                    <a:pt x="5697855" y="765378"/>
                  </a:lnTo>
                  <a:lnTo>
                    <a:pt x="5697791" y="765556"/>
                  </a:lnTo>
                  <a:lnTo>
                    <a:pt x="5705976" y="765556"/>
                  </a:lnTo>
                  <a:lnTo>
                    <a:pt x="5704840" y="768438"/>
                  </a:lnTo>
                  <a:lnTo>
                    <a:pt x="5703388" y="771652"/>
                  </a:lnTo>
                  <a:close/>
                </a:path>
                <a:path w="5716270" h="857250">
                  <a:moveTo>
                    <a:pt x="5695085" y="771514"/>
                  </a:moveTo>
                  <a:close/>
                </a:path>
                <a:path w="5716270" h="857250">
                  <a:moveTo>
                    <a:pt x="5699734" y="779157"/>
                  </a:moveTo>
                  <a:lnTo>
                    <a:pt x="5692952" y="775677"/>
                  </a:lnTo>
                  <a:lnTo>
                    <a:pt x="5695085" y="771514"/>
                  </a:lnTo>
                  <a:lnTo>
                    <a:pt x="5695022" y="771652"/>
                  </a:lnTo>
                  <a:lnTo>
                    <a:pt x="5703388" y="771652"/>
                  </a:lnTo>
                  <a:lnTo>
                    <a:pt x="5701931" y="774877"/>
                  </a:lnTo>
                  <a:lnTo>
                    <a:pt x="5699734" y="779157"/>
                  </a:lnTo>
                  <a:close/>
                </a:path>
                <a:path w="5716270" h="857250">
                  <a:moveTo>
                    <a:pt x="5686814" y="799553"/>
                  </a:moveTo>
                  <a:lnTo>
                    <a:pt x="5677128" y="799553"/>
                  </a:lnTo>
                  <a:lnTo>
                    <a:pt x="5677242" y="799414"/>
                  </a:lnTo>
                  <a:lnTo>
                    <a:pt x="5681192" y="794385"/>
                  </a:lnTo>
                  <a:lnTo>
                    <a:pt x="5687174" y="799096"/>
                  </a:lnTo>
                  <a:lnTo>
                    <a:pt x="5686814" y="799553"/>
                  </a:lnTo>
                  <a:close/>
                </a:path>
                <a:path w="5716270" h="857250">
                  <a:moveTo>
                    <a:pt x="5677193" y="799471"/>
                  </a:moveTo>
                  <a:close/>
                </a:path>
                <a:path w="5716270" h="857250">
                  <a:moveTo>
                    <a:pt x="5682861" y="804557"/>
                  </a:moveTo>
                  <a:lnTo>
                    <a:pt x="5672797" y="804557"/>
                  </a:lnTo>
                  <a:lnTo>
                    <a:pt x="5677193" y="799471"/>
                  </a:lnTo>
                  <a:lnTo>
                    <a:pt x="5686814" y="799553"/>
                  </a:lnTo>
                  <a:lnTo>
                    <a:pt x="5682861" y="804557"/>
                  </a:lnTo>
                  <a:close/>
                </a:path>
                <a:path w="5716270" h="857250">
                  <a:moveTo>
                    <a:pt x="5678729" y="809332"/>
                  </a:moveTo>
                  <a:lnTo>
                    <a:pt x="5668225" y="809332"/>
                  </a:lnTo>
                  <a:lnTo>
                    <a:pt x="5672912" y="804418"/>
                  </a:lnTo>
                  <a:lnTo>
                    <a:pt x="5672797" y="804557"/>
                  </a:lnTo>
                  <a:lnTo>
                    <a:pt x="5682861" y="804557"/>
                  </a:lnTo>
                  <a:lnTo>
                    <a:pt x="5678729" y="809332"/>
                  </a:lnTo>
                  <a:close/>
                </a:path>
                <a:path w="5716270" h="857250">
                  <a:moveTo>
                    <a:pt x="5668287" y="809267"/>
                  </a:moveTo>
                  <a:close/>
                </a:path>
                <a:path w="5716270" h="857250">
                  <a:moveTo>
                    <a:pt x="5665901" y="821842"/>
                  </a:moveTo>
                  <a:lnTo>
                    <a:pt x="5660910" y="816076"/>
                  </a:lnTo>
                  <a:lnTo>
                    <a:pt x="5663577" y="813777"/>
                  </a:lnTo>
                  <a:lnTo>
                    <a:pt x="5668287" y="809267"/>
                  </a:lnTo>
                  <a:lnTo>
                    <a:pt x="5678729" y="809332"/>
                  </a:lnTo>
                  <a:lnTo>
                    <a:pt x="5678487" y="809612"/>
                  </a:lnTo>
                  <a:lnTo>
                    <a:pt x="5673674" y="814654"/>
                  </a:lnTo>
                  <a:lnTo>
                    <a:pt x="5668632" y="819467"/>
                  </a:lnTo>
                  <a:lnTo>
                    <a:pt x="5665901" y="821842"/>
                  </a:lnTo>
                  <a:close/>
                </a:path>
                <a:path w="5716270" h="857250">
                  <a:moveTo>
                    <a:pt x="5663438" y="813892"/>
                  </a:moveTo>
                  <a:lnTo>
                    <a:pt x="5663577" y="813777"/>
                  </a:lnTo>
                  <a:lnTo>
                    <a:pt x="5663438" y="813892"/>
                  </a:lnTo>
                  <a:close/>
                </a:path>
                <a:path w="5716270" h="857250">
                  <a:moveTo>
                    <a:pt x="5643245" y="829729"/>
                  </a:moveTo>
                  <a:lnTo>
                    <a:pt x="5642229" y="829729"/>
                  </a:lnTo>
                  <a:lnTo>
                    <a:pt x="5642381" y="829640"/>
                  </a:lnTo>
                  <a:lnTo>
                    <a:pt x="5642952" y="829271"/>
                  </a:lnTo>
                  <a:lnTo>
                    <a:pt x="5643245" y="829729"/>
                  </a:lnTo>
                  <a:close/>
                </a:path>
                <a:path w="5716270" h="857250">
                  <a:moveTo>
                    <a:pt x="5642253" y="829713"/>
                  </a:moveTo>
                  <a:lnTo>
                    <a:pt x="5642381" y="829640"/>
                  </a:lnTo>
                  <a:lnTo>
                    <a:pt x="5642253" y="829713"/>
                  </a:lnTo>
                  <a:close/>
                </a:path>
                <a:path w="5716270" h="857250">
                  <a:moveTo>
                    <a:pt x="5645365" y="833043"/>
                  </a:moveTo>
                  <a:lnTo>
                    <a:pt x="5636450" y="833043"/>
                  </a:lnTo>
                  <a:lnTo>
                    <a:pt x="5636615" y="832954"/>
                  </a:lnTo>
                  <a:lnTo>
                    <a:pt x="5642253" y="829713"/>
                  </a:lnTo>
                  <a:lnTo>
                    <a:pt x="5643245" y="829729"/>
                  </a:lnTo>
                  <a:lnTo>
                    <a:pt x="5645365" y="833043"/>
                  </a:lnTo>
                  <a:close/>
                </a:path>
                <a:path w="5716270" h="857250">
                  <a:moveTo>
                    <a:pt x="5636521" y="833002"/>
                  </a:moveTo>
                  <a:close/>
                </a:path>
                <a:path w="5716270" h="857250">
                  <a:moveTo>
                    <a:pt x="5646434" y="836079"/>
                  </a:moveTo>
                  <a:lnTo>
                    <a:pt x="5630506" y="836079"/>
                  </a:lnTo>
                  <a:lnTo>
                    <a:pt x="5630671" y="836002"/>
                  </a:lnTo>
                  <a:lnTo>
                    <a:pt x="5636521" y="833002"/>
                  </a:lnTo>
                  <a:lnTo>
                    <a:pt x="5645365" y="833043"/>
                  </a:lnTo>
                  <a:lnTo>
                    <a:pt x="5647055" y="835685"/>
                  </a:lnTo>
                  <a:lnTo>
                    <a:pt x="5646434" y="836079"/>
                  </a:lnTo>
                  <a:close/>
                </a:path>
                <a:path w="5716270" h="857250">
                  <a:moveTo>
                    <a:pt x="5630534" y="836064"/>
                  </a:moveTo>
                  <a:lnTo>
                    <a:pt x="5630671" y="836002"/>
                  </a:lnTo>
                  <a:lnTo>
                    <a:pt x="5630534" y="836064"/>
                  </a:lnTo>
                  <a:close/>
                </a:path>
                <a:path w="5716270" h="857250">
                  <a:moveTo>
                    <a:pt x="5637047" y="841298"/>
                  </a:moveTo>
                  <a:lnTo>
                    <a:pt x="5618149" y="841298"/>
                  </a:lnTo>
                  <a:lnTo>
                    <a:pt x="5618327" y="841235"/>
                  </a:lnTo>
                  <a:lnTo>
                    <a:pt x="5624576" y="838771"/>
                  </a:lnTo>
                  <a:lnTo>
                    <a:pt x="5630534" y="836064"/>
                  </a:lnTo>
                  <a:lnTo>
                    <a:pt x="5646434" y="836079"/>
                  </a:lnTo>
                  <a:lnTo>
                    <a:pt x="5640171" y="839698"/>
                  </a:lnTo>
                  <a:lnTo>
                    <a:pt x="5637047" y="841298"/>
                  </a:lnTo>
                  <a:close/>
                </a:path>
                <a:path w="5716270" h="857250">
                  <a:moveTo>
                    <a:pt x="5624398" y="838835"/>
                  </a:moveTo>
                  <a:lnTo>
                    <a:pt x="5624538" y="838771"/>
                  </a:lnTo>
                  <a:lnTo>
                    <a:pt x="5624398" y="838835"/>
                  </a:lnTo>
                  <a:close/>
                </a:path>
                <a:path w="5716270" h="857250">
                  <a:moveTo>
                    <a:pt x="5618207" y="841275"/>
                  </a:moveTo>
                  <a:close/>
                </a:path>
                <a:path w="5716270" h="857250">
                  <a:moveTo>
                    <a:pt x="5618746" y="849134"/>
                  </a:moveTo>
                  <a:lnTo>
                    <a:pt x="5616308" y="841921"/>
                  </a:lnTo>
                  <a:lnTo>
                    <a:pt x="5618207" y="841275"/>
                  </a:lnTo>
                  <a:lnTo>
                    <a:pt x="5637047" y="841298"/>
                  </a:lnTo>
                  <a:lnTo>
                    <a:pt x="5633897" y="842911"/>
                  </a:lnTo>
                  <a:lnTo>
                    <a:pt x="5627458" y="845820"/>
                  </a:lnTo>
                  <a:lnTo>
                    <a:pt x="5620854" y="848423"/>
                  </a:lnTo>
                  <a:lnTo>
                    <a:pt x="5618746" y="849134"/>
                  </a:lnTo>
                  <a:close/>
                </a:path>
                <a:path w="5716270" h="857250">
                  <a:moveTo>
                    <a:pt x="5594852" y="848055"/>
                  </a:moveTo>
                  <a:lnTo>
                    <a:pt x="5591746" y="848055"/>
                  </a:lnTo>
                  <a:lnTo>
                    <a:pt x="5591937" y="848029"/>
                  </a:lnTo>
                  <a:lnTo>
                    <a:pt x="5594756" y="847521"/>
                  </a:lnTo>
                  <a:lnTo>
                    <a:pt x="5594852" y="848055"/>
                  </a:lnTo>
                  <a:close/>
                </a:path>
                <a:path w="5716270" h="857250">
                  <a:moveTo>
                    <a:pt x="5591769" y="848051"/>
                  </a:moveTo>
                  <a:lnTo>
                    <a:pt x="5591937" y="848029"/>
                  </a:lnTo>
                  <a:lnTo>
                    <a:pt x="5591769" y="848051"/>
                  </a:lnTo>
                  <a:close/>
                </a:path>
                <a:path w="5716270" h="857250">
                  <a:moveTo>
                    <a:pt x="5595009" y="848931"/>
                  </a:moveTo>
                  <a:lnTo>
                    <a:pt x="5584850" y="848931"/>
                  </a:lnTo>
                  <a:lnTo>
                    <a:pt x="5591769" y="848051"/>
                  </a:lnTo>
                  <a:lnTo>
                    <a:pt x="5594852" y="848055"/>
                  </a:lnTo>
                  <a:lnTo>
                    <a:pt x="5595009" y="848931"/>
                  </a:lnTo>
                  <a:close/>
                </a:path>
                <a:path w="5716270" h="857250">
                  <a:moveTo>
                    <a:pt x="5570905" y="857250"/>
                  </a:moveTo>
                  <a:lnTo>
                    <a:pt x="5565076" y="857250"/>
                  </a:lnTo>
                  <a:lnTo>
                    <a:pt x="5565076" y="849630"/>
                  </a:lnTo>
                  <a:lnTo>
                    <a:pt x="5570753" y="849630"/>
                  </a:lnTo>
                  <a:lnTo>
                    <a:pt x="5578043" y="849452"/>
                  </a:lnTo>
                  <a:lnTo>
                    <a:pt x="5577852" y="849452"/>
                  </a:lnTo>
                  <a:lnTo>
                    <a:pt x="5585040" y="848906"/>
                  </a:lnTo>
                  <a:lnTo>
                    <a:pt x="5584850" y="848931"/>
                  </a:lnTo>
                  <a:lnTo>
                    <a:pt x="5595009" y="848931"/>
                  </a:lnTo>
                  <a:lnTo>
                    <a:pt x="5596102" y="855014"/>
                  </a:lnTo>
                  <a:lnTo>
                    <a:pt x="5592991" y="855573"/>
                  </a:lnTo>
                  <a:lnTo>
                    <a:pt x="5585714" y="856500"/>
                  </a:lnTo>
                  <a:lnTo>
                    <a:pt x="5578335" y="857059"/>
                  </a:lnTo>
                  <a:lnTo>
                    <a:pt x="5570905" y="857250"/>
                  </a:lnTo>
                  <a:close/>
                </a:path>
                <a:path w="5716270" h="857250">
                  <a:moveTo>
                    <a:pt x="5542216" y="857250"/>
                  </a:moveTo>
                  <a:lnTo>
                    <a:pt x="5511736" y="857250"/>
                  </a:lnTo>
                  <a:lnTo>
                    <a:pt x="5511736" y="849630"/>
                  </a:lnTo>
                  <a:lnTo>
                    <a:pt x="5542216" y="849630"/>
                  </a:lnTo>
                  <a:lnTo>
                    <a:pt x="5542216" y="857250"/>
                  </a:lnTo>
                  <a:close/>
                </a:path>
                <a:path w="5716270" h="857250">
                  <a:moveTo>
                    <a:pt x="5488876" y="857250"/>
                  </a:moveTo>
                  <a:lnTo>
                    <a:pt x="5458396" y="857250"/>
                  </a:lnTo>
                  <a:lnTo>
                    <a:pt x="5458396" y="849630"/>
                  </a:lnTo>
                  <a:lnTo>
                    <a:pt x="5488876" y="849630"/>
                  </a:lnTo>
                  <a:lnTo>
                    <a:pt x="5488876" y="857250"/>
                  </a:lnTo>
                  <a:close/>
                </a:path>
                <a:path w="5716270" h="857250">
                  <a:moveTo>
                    <a:pt x="5435536" y="857250"/>
                  </a:moveTo>
                  <a:lnTo>
                    <a:pt x="5405056" y="857250"/>
                  </a:lnTo>
                  <a:lnTo>
                    <a:pt x="5405056" y="849630"/>
                  </a:lnTo>
                  <a:lnTo>
                    <a:pt x="5435536" y="849630"/>
                  </a:lnTo>
                  <a:lnTo>
                    <a:pt x="5435536" y="857250"/>
                  </a:lnTo>
                  <a:close/>
                </a:path>
                <a:path w="5716270" h="857250">
                  <a:moveTo>
                    <a:pt x="5382196" y="857250"/>
                  </a:moveTo>
                  <a:lnTo>
                    <a:pt x="5351716" y="857250"/>
                  </a:lnTo>
                  <a:lnTo>
                    <a:pt x="5351716" y="849630"/>
                  </a:lnTo>
                  <a:lnTo>
                    <a:pt x="5382196" y="849630"/>
                  </a:lnTo>
                  <a:lnTo>
                    <a:pt x="5382196" y="857250"/>
                  </a:lnTo>
                  <a:close/>
                </a:path>
                <a:path w="5716270" h="857250">
                  <a:moveTo>
                    <a:pt x="5328856" y="857250"/>
                  </a:moveTo>
                  <a:lnTo>
                    <a:pt x="5298376" y="857250"/>
                  </a:lnTo>
                  <a:lnTo>
                    <a:pt x="5298376" y="849630"/>
                  </a:lnTo>
                  <a:lnTo>
                    <a:pt x="5328856" y="849630"/>
                  </a:lnTo>
                  <a:lnTo>
                    <a:pt x="5328856" y="857250"/>
                  </a:lnTo>
                  <a:close/>
                </a:path>
                <a:path w="5716270" h="857250">
                  <a:moveTo>
                    <a:pt x="5275516" y="857250"/>
                  </a:moveTo>
                  <a:lnTo>
                    <a:pt x="5245036" y="857250"/>
                  </a:lnTo>
                  <a:lnTo>
                    <a:pt x="5245036" y="849630"/>
                  </a:lnTo>
                  <a:lnTo>
                    <a:pt x="5275516" y="849630"/>
                  </a:lnTo>
                  <a:lnTo>
                    <a:pt x="5275516" y="857250"/>
                  </a:lnTo>
                  <a:close/>
                </a:path>
                <a:path w="5716270" h="857250">
                  <a:moveTo>
                    <a:pt x="5222176" y="857250"/>
                  </a:moveTo>
                  <a:lnTo>
                    <a:pt x="5191696" y="857250"/>
                  </a:lnTo>
                  <a:lnTo>
                    <a:pt x="5191696" y="849630"/>
                  </a:lnTo>
                  <a:lnTo>
                    <a:pt x="5222176" y="849630"/>
                  </a:lnTo>
                  <a:lnTo>
                    <a:pt x="5222176" y="857250"/>
                  </a:lnTo>
                  <a:close/>
                </a:path>
                <a:path w="5716270" h="857250">
                  <a:moveTo>
                    <a:pt x="5168836" y="857250"/>
                  </a:moveTo>
                  <a:lnTo>
                    <a:pt x="5138356" y="857250"/>
                  </a:lnTo>
                  <a:lnTo>
                    <a:pt x="5138356" y="849630"/>
                  </a:lnTo>
                  <a:lnTo>
                    <a:pt x="5168836" y="849630"/>
                  </a:lnTo>
                  <a:lnTo>
                    <a:pt x="5168836" y="857250"/>
                  </a:lnTo>
                  <a:close/>
                </a:path>
                <a:path w="5716270" h="857250">
                  <a:moveTo>
                    <a:pt x="5115496" y="857250"/>
                  </a:moveTo>
                  <a:lnTo>
                    <a:pt x="5085016" y="857250"/>
                  </a:lnTo>
                  <a:lnTo>
                    <a:pt x="5085016" y="849630"/>
                  </a:lnTo>
                  <a:lnTo>
                    <a:pt x="5115496" y="849630"/>
                  </a:lnTo>
                  <a:lnTo>
                    <a:pt x="5115496" y="857250"/>
                  </a:lnTo>
                  <a:close/>
                </a:path>
                <a:path w="5716270" h="857250">
                  <a:moveTo>
                    <a:pt x="5062156" y="857250"/>
                  </a:moveTo>
                  <a:lnTo>
                    <a:pt x="5031676" y="857250"/>
                  </a:lnTo>
                  <a:lnTo>
                    <a:pt x="5031676" y="849630"/>
                  </a:lnTo>
                  <a:lnTo>
                    <a:pt x="5062156" y="849630"/>
                  </a:lnTo>
                  <a:lnTo>
                    <a:pt x="5062156" y="857250"/>
                  </a:lnTo>
                  <a:close/>
                </a:path>
                <a:path w="5716270" h="857250">
                  <a:moveTo>
                    <a:pt x="5008816" y="857250"/>
                  </a:moveTo>
                  <a:lnTo>
                    <a:pt x="4978336" y="857250"/>
                  </a:lnTo>
                  <a:lnTo>
                    <a:pt x="4978336" y="849630"/>
                  </a:lnTo>
                  <a:lnTo>
                    <a:pt x="5008816" y="849630"/>
                  </a:lnTo>
                  <a:lnTo>
                    <a:pt x="5008816" y="857250"/>
                  </a:lnTo>
                  <a:close/>
                </a:path>
                <a:path w="5716270" h="857250">
                  <a:moveTo>
                    <a:pt x="4955476" y="857250"/>
                  </a:moveTo>
                  <a:lnTo>
                    <a:pt x="4924996" y="857250"/>
                  </a:lnTo>
                  <a:lnTo>
                    <a:pt x="4924996" y="849630"/>
                  </a:lnTo>
                  <a:lnTo>
                    <a:pt x="4955476" y="849630"/>
                  </a:lnTo>
                  <a:lnTo>
                    <a:pt x="4955476" y="857250"/>
                  </a:lnTo>
                  <a:close/>
                </a:path>
                <a:path w="5716270" h="857250">
                  <a:moveTo>
                    <a:pt x="4902136" y="857250"/>
                  </a:moveTo>
                  <a:lnTo>
                    <a:pt x="4871656" y="857250"/>
                  </a:lnTo>
                  <a:lnTo>
                    <a:pt x="4871656" y="849630"/>
                  </a:lnTo>
                  <a:lnTo>
                    <a:pt x="4902136" y="849630"/>
                  </a:lnTo>
                  <a:lnTo>
                    <a:pt x="4902136" y="857250"/>
                  </a:lnTo>
                  <a:close/>
                </a:path>
                <a:path w="5716270" h="857250">
                  <a:moveTo>
                    <a:pt x="4848796" y="857250"/>
                  </a:moveTo>
                  <a:lnTo>
                    <a:pt x="4818316" y="857250"/>
                  </a:lnTo>
                  <a:lnTo>
                    <a:pt x="4818316" y="849630"/>
                  </a:lnTo>
                  <a:lnTo>
                    <a:pt x="4848796" y="849630"/>
                  </a:lnTo>
                  <a:lnTo>
                    <a:pt x="4848796" y="857250"/>
                  </a:lnTo>
                  <a:close/>
                </a:path>
                <a:path w="5716270" h="857250">
                  <a:moveTo>
                    <a:pt x="4795456" y="857250"/>
                  </a:moveTo>
                  <a:lnTo>
                    <a:pt x="4764976" y="857250"/>
                  </a:lnTo>
                  <a:lnTo>
                    <a:pt x="4764976" y="849630"/>
                  </a:lnTo>
                  <a:lnTo>
                    <a:pt x="4795456" y="849630"/>
                  </a:lnTo>
                  <a:lnTo>
                    <a:pt x="4795456" y="857250"/>
                  </a:lnTo>
                  <a:close/>
                </a:path>
                <a:path w="5716270" h="857250">
                  <a:moveTo>
                    <a:pt x="4742116" y="857250"/>
                  </a:moveTo>
                  <a:lnTo>
                    <a:pt x="4711636" y="857250"/>
                  </a:lnTo>
                  <a:lnTo>
                    <a:pt x="4711636" y="849630"/>
                  </a:lnTo>
                  <a:lnTo>
                    <a:pt x="4742116" y="849630"/>
                  </a:lnTo>
                  <a:lnTo>
                    <a:pt x="4742116" y="857250"/>
                  </a:lnTo>
                  <a:close/>
                </a:path>
                <a:path w="5716270" h="857250">
                  <a:moveTo>
                    <a:pt x="4688776" y="857250"/>
                  </a:moveTo>
                  <a:lnTo>
                    <a:pt x="4658296" y="857250"/>
                  </a:lnTo>
                  <a:lnTo>
                    <a:pt x="4658296" y="849630"/>
                  </a:lnTo>
                  <a:lnTo>
                    <a:pt x="4688776" y="849630"/>
                  </a:lnTo>
                  <a:lnTo>
                    <a:pt x="4688776" y="857250"/>
                  </a:lnTo>
                  <a:close/>
                </a:path>
                <a:path w="5716270" h="857250">
                  <a:moveTo>
                    <a:pt x="4635436" y="857250"/>
                  </a:moveTo>
                  <a:lnTo>
                    <a:pt x="4604956" y="857250"/>
                  </a:lnTo>
                  <a:lnTo>
                    <a:pt x="4604956" y="849630"/>
                  </a:lnTo>
                  <a:lnTo>
                    <a:pt x="4635436" y="849630"/>
                  </a:lnTo>
                  <a:lnTo>
                    <a:pt x="4635436" y="857250"/>
                  </a:lnTo>
                  <a:close/>
                </a:path>
                <a:path w="5716270" h="857250">
                  <a:moveTo>
                    <a:pt x="4582096" y="857250"/>
                  </a:moveTo>
                  <a:lnTo>
                    <a:pt x="4551616" y="857250"/>
                  </a:lnTo>
                  <a:lnTo>
                    <a:pt x="4551616" y="849630"/>
                  </a:lnTo>
                  <a:lnTo>
                    <a:pt x="4582096" y="849630"/>
                  </a:lnTo>
                  <a:lnTo>
                    <a:pt x="4582096" y="857250"/>
                  </a:lnTo>
                  <a:close/>
                </a:path>
                <a:path w="5716270" h="857250">
                  <a:moveTo>
                    <a:pt x="4528756" y="857250"/>
                  </a:moveTo>
                  <a:lnTo>
                    <a:pt x="4498276" y="857250"/>
                  </a:lnTo>
                  <a:lnTo>
                    <a:pt x="4498276" y="849630"/>
                  </a:lnTo>
                  <a:lnTo>
                    <a:pt x="4528756" y="849630"/>
                  </a:lnTo>
                  <a:lnTo>
                    <a:pt x="4528756" y="857250"/>
                  </a:lnTo>
                  <a:close/>
                </a:path>
                <a:path w="5716270" h="857250">
                  <a:moveTo>
                    <a:pt x="4475416" y="857250"/>
                  </a:moveTo>
                  <a:lnTo>
                    <a:pt x="4444936" y="857250"/>
                  </a:lnTo>
                  <a:lnTo>
                    <a:pt x="4444936" y="849630"/>
                  </a:lnTo>
                  <a:lnTo>
                    <a:pt x="4475416" y="849630"/>
                  </a:lnTo>
                  <a:lnTo>
                    <a:pt x="4475416" y="857250"/>
                  </a:lnTo>
                  <a:close/>
                </a:path>
                <a:path w="5716270" h="857250">
                  <a:moveTo>
                    <a:pt x="4422076" y="857250"/>
                  </a:moveTo>
                  <a:lnTo>
                    <a:pt x="4391596" y="857250"/>
                  </a:lnTo>
                  <a:lnTo>
                    <a:pt x="4391596" y="849630"/>
                  </a:lnTo>
                  <a:lnTo>
                    <a:pt x="4422076" y="849630"/>
                  </a:lnTo>
                  <a:lnTo>
                    <a:pt x="4422076" y="857250"/>
                  </a:lnTo>
                  <a:close/>
                </a:path>
                <a:path w="5716270" h="857250">
                  <a:moveTo>
                    <a:pt x="4368736" y="857250"/>
                  </a:moveTo>
                  <a:lnTo>
                    <a:pt x="4338256" y="857250"/>
                  </a:lnTo>
                  <a:lnTo>
                    <a:pt x="4338256" y="849630"/>
                  </a:lnTo>
                  <a:lnTo>
                    <a:pt x="4368736" y="849630"/>
                  </a:lnTo>
                  <a:lnTo>
                    <a:pt x="4368736" y="857250"/>
                  </a:lnTo>
                  <a:close/>
                </a:path>
                <a:path w="5716270" h="857250">
                  <a:moveTo>
                    <a:pt x="4315396" y="857250"/>
                  </a:moveTo>
                  <a:lnTo>
                    <a:pt x="4284916" y="857250"/>
                  </a:lnTo>
                  <a:lnTo>
                    <a:pt x="4284916" y="849630"/>
                  </a:lnTo>
                  <a:lnTo>
                    <a:pt x="4315396" y="849630"/>
                  </a:lnTo>
                  <a:lnTo>
                    <a:pt x="4315396" y="857250"/>
                  </a:lnTo>
                  <a:close/>
                </a:path>
                <a:path w="5716270" h="857250">
                  <a:moveTo>
                    <a:pt x="4262056" y="857250"/>
                  </a:moveTo>
                  <a:lnTo>
                    <a:pt x="4231576" y="857250"/>
                  </a:lnTo>
                  <a:lnTo>
                    <a:pt x="4231576" y="849630"/>
                  </a:lnTo>
                  <a:lnTo>
                    <a:pt x="4262056" y="849630"/>
                  </a:lnTo>
                  <a:lnTo>
                    <a:pt x="4262056" y="857250"/>
                  </a:lnTo>
                  <a:close/>
                </a:path>
                <a:path w="5716270" h="857250">
                  <a:moveTo>
                    <a:pt x="4208716" y="857250"/>
                  </a:moveTo>
                  <a:lnTo>
                    <a:pt x="4178236" y="857250"/>
                  </a:lnTo>
                  <a:lnTo>
                    <a:pt x="4178236" y="849630"/>
                  </a:lnTo>
                  <a:lnTo>
                    <a:pt x="4208716" y="849630"/>
                  </a:lnTo>
                  <a:lnTo>
                    <a:pt x="4208716" y="857250"/>
                  </a:lnTo>
                  <a:close/>
                </a:path>
                <a:path w="5716270" h="857250">
                  <a:moveTo>
                    <a:pt x="4155376" y="857250"/>
                  </a:moveTo>
                  <a:lnTo>
                    <a:pt x="4124896" y="857250"/>
                  </a:lnTo>
                  <a:lnTo>
                    <a:pt x="4124896" y="849630"/>
                  </a:lnTo>
                  <a:lnTo>
                    <a:pt x="4155376" y="849630"/>
                  </a:lnTo>
                  <a:lnTo>
                    <a:pt x="4155376" y="857250"/>
                  </a:lnTo>
                  <a:close/>
                </a:path>
                <a:path w="5716270" h="857250">
                  <a:moveTo>
                    <a:pt x="4102036" y="857250"/>
                  </a:moveTo>
                  <a:lnTo>
                    <a:pt x="4071556" y="857250"/>
                  </a:lnTo>
                  <a:lnTo>
                    <a:pt x="4071556" y="849630"/>
                  </a:lnTo>
                  <a:lnTo>
                    <a:pt x="4102036" y="849630"/>
                  </a:lnTo>
                  <a:lnTo>
                    <a:pt x="4102036" y="857250"/>
                  </a:lnTo>
                  <a:close/>
                </a:path>
                <a:path w="5716270" h="857250">
                  <a:moveTo>
                    <a:pt x="4048696" y="857250"/>
                  </a:moveTo>
                  <a:lnTo>
                    <a:pt x="4018216" y="857250"/>
                  </a:lnTo>
                  <a:lnTo>
                    <a:pt x="4018216" y="849630"/>
                  </a:lnTo>
                  <a:lnTo>
                    <a:pt x="4048696" y="849630"/>
                  </a:lnTo>
                  <a:lnTo>
                    <a:pt x="4048696" y="857250"/>
                  </a:lnTo>
                  <a:close/>
                </a:path>
                <a:path w="5716270" h="857250">
                  <a:moveTo>
                    <a:pt x="3995356" y="857250"/>
                  </a:moveTo>
                  <a:lnTo>
                    <a:pt x="3964876" y="857250"/>
                  </a:lnTo>
                  <a:lnTo>
                    <a:pt x="3964876" y="849630"/>
                  </a:lnTo>
                  <a:lnTo>
                    <a:pt x="3995356" y="849630"/>
                  </a:lnTo>
                  <a:lnTo>
                    <a:pt x="3995356" y="857250"/>
                  </a:lnTo>
                  <a:close/>
                </a:path>
                <a:path w="5716270" h="857250">
                  <a:moveTo>
                    <a:pt x="3942016" y="857250"/>
                  </a:moveTo>
                  <a:lnTo>
                    <a:pt x="3911536" y="857250"/>
                  </a:lnTo>
                  <a:lnTo>
                    <a:pt x="3911536" y="849630"/>
                  </a:lnTo>
                  <a:lnTo>
                    <a:pt x="3942016" y="849630"/>
                  </a:lnTo>
                  <a:lnTo>
                    <a:pt x="3942016" y="857250"/>
                  </a:lnTo>
                  <a:close/>
                </a:path>
                <a:path w="5716270" h="857250">
                  <a:moveTo>
                    <a:pt x="3888676" y="857250"/>
                  </a:moveTo>
                  <a:lnTo>
                    <a:pt x="3858196" y="857250"/>
                  </a:lnTo>
                  <a:lnTo>
                    <a:pt x="3858196" y="849630"/>
                  </a:lnTo>
                  <a:lnTo>
                    <a:pt x="3888676" y="849630"/>
                  </a:lnTo>
                  <a:lnTo>
                    <a:pt x="3888676" y="857250"/>
                  </a:lnTo>
                  <a:close/>
                </a:path>
                <a:path w="5716270" h="857250">
                  <a:moveTo>
                    <a:pt x="3835336" y="857250"/>
                  </a:moveTo>
                  <a:lnTo>
                    <a:pt x="3804856" y="857250"/>
                  </a:lnTo>
                  <a:lnTo>
                    <a:pt x="3804856" y="849630"/>
                  </a:lnTo>
                  <a:lnTo>
                    <a:pt x="3835336" y="849630"/>
                  </a:lnTo>
                  <a:lnTo>
                    <a:pt x="3835336" y="857250"/>
                  </a:lnTo>
                  <a:close/>
                </a:path>
                <a:path w="5716270" h="857250">
                  <a:moveTo>
                    <a:pt x="3781996" y="857250"/>
                  </a:moveTo>
                  <a:lnTo>
                    <a:pt x="3751516" y="857250"/>
                  </a:lnTo>
                  <a:lnTo>
                    <a:pt x="3751516" y="849630"/>
                  </a:lnTo>
                  <a:lnTo>
                    <a:pt x="3781996" y="849630"/>
                  </a:lnTo>
                  <a:lnTo>
                    <a:pt x="3781996" y="857250"/>
                  </a:lnTo>
                  <a:close/>
                </a:path>
                <a:path w="5716270" h="857250">
                  <a:moveTo>
                    <a:pt x="3728656" y="857250"/>
                  </a:moveTo>
                  <a:lnTo>
                    <a:pt x="3698176" y="857250"/>
                  </a:lnTo>
                  <a:lnTo>
                    <a:pt x="3698176" y="849630"/>
                  </a:lnTo>
                  <a:lnTo>
                    <a:pt x="3728656" y="849630"/>
                  </a:lnTo>
                  <a:lnTo>
                    <a:pt x="3728656" y="857250"/>
                  </a:lnTo>
                  <a:close/>
                </a:path>
                <a:path w="5716270" h="857250">
                  <a:moveTo>
                    <a:pt x="3675316" y="857250"/>
                  </a:moveTo>
                  <a:lnTo>
                    <a:pt x="3644836" y="857250"/>
                  </a:lnTo>
                  <a:lnTo>
                    <a:pt x="3644836" y="849630"/>
                  </a:lnTo>
                  <a:lnTo>
                    <a:pt x="3675316" y="849630"/>
                  </a:lnTo>
                  <a:lnTo>
                    <a:pt x="3675316" y="857250"/>
                  </a:lnTo>
                  <a:close/>
                </a:path>
                <a:path w="5716270" h="857250">
                  <a:moveTo>
                    <a:pt x="3621976" y="857250"/>
                  </a:moveTo>
                  <a:lnTo>
                    <a:pt x="3591496" y="857250"/>
                  </a:lnTo>
                  <a:lnTo>
                    <a:pt x="3591496" y="849630"/>
                  </a:lnTo>
                  <a:lnTo>
                    <a:pt x="3621976" y="849630"/>
                  </a:lnTo>
                  <a:lnTo>
                    <a:pt x="3621976" y="857250"/>
                  </a:lnTo>
                  <a:close/>
                </a:path>
                <a:path w="5716270" h="857250">
                  <a:moveTo>
                    <a:pt x="3568636" y="857250"/>
                  </a:moveTo>
                  <a:lnTo>
                    <a:pt x="3538156" y="857250"/>
                  </a:lnTo>
                  <a:lnTo>
                    <a:pt x="3538156" y="849630"/>
                  </a:lnTo>
                  <a:lnTo>
                    <a:pt x="3568636" y="849630"/>
                  </a:lnTo>
                  <a:lnTo>
                    <a:pt x="3568636" y="857250"/>
                  </a:lnTo>
                  <a:close/>
                </a:path>
                <a:path w="5716270" h="857250">
                  <a:moveTo>
                    <a:pt x="3515296" y="857250"/>
                  </a:moveTo>
                  <a:lnTo>
                    <a:pt x="3484816" y="857250"/>
                  </a:lnTo>
                  <a:lnTo>
                    <a:pt x="3484816" y="849630"/>
                  </a:lnTo>
                  <a:lnTo>
                    <a:pt x="3515296" y="849630"/>
                  </a:lnTo>
                  <a:lnTo>
                    <a:pt x="3515296" y="857250"/>
                  </a:lnTo>
                  <a:close/>
                </a:path>
                <a:path w="5716270" h="857250">
                  <a:moveTo>
                    <a:pt x="3461956" y="857250"/>
                  </a:moveTo>
                  <a:lnTo>
                    <a:pt x="3431476" y="857250"/>
                  </a:lnTo>
                  <a:lnTo>
                    <a:pt x="3431476" y="849630"/>
                  </a:lnTo>
                  <a:lnTo>
                    <a:pt x="3461956" y="849630"/>
                  </a:lnTo>
                  <a:lnTo>
                    <a:pt x="3461956" y="857250"/>
                  </a:lnTo>
                  <a:close/>
                </a:path>
                <a:path w="5716270" h="857250">
                  <a:moveTo>
                    <a:pt x="3408616" y="857250"/>
                  </a:moveTo>
                  <a:lnTo>
                    <a:pt x="3378136" y="857250"/>
                  </a:lnTo>
                  <a:lnTo>
                    <a:pt x="3378136" y="849630"/>
                  </a:lnTo>
                  <a:lnTo>
                    <a:pt x="3408616" y="849630"/>
                  </a:lnTo>
                  <a:lnTo>
                    <a:pt x="3408616" y="857250"/>
                  </a:lnTo>
                  <a:close/>
                </a:path>
                <a:path w="5716270" h="857250">
                  <a:moveTo>
                    <a:pt x="3355276" y="857250"/>
                  </a:moveTo>
                  <a:lnTo>
                    <a:pt x="3324796" y="857250"/>
                  </a:lnTo>
                  <a:lnTo>
                    <a:pt x="3324796" y="849630"/>
                  </a:lnTo>
                  <a:lnTo>
                    <a:pt x="3355276" y="849630"/>
                  </a:lnTo>
                  <a:lnTo>
                    <a:pt x="3355276" y="857250"/>
                  </a:lnTo>
                  <a:close/>
                </a:path>
                <a:path w="5716270" h="857250">
                  <a:moveTo>
                    <a:pt x="3301936" y="857250"/>
                  </a:moveTo>
                  <a:lnTo>
                    <a:pt x="3271456" y="857250"/>
                  </a:lnTo>
                  <a:lnTo>
                    <a:pt x="3271456" y="849630"/>
                  </a:lnTo>
                  <a:lnTo>
                    <a:pt x="3301936" y="849630"/>
                  </a:lnTo>
                  <a:lnTo>
                    <a:pt x="3301936" y="857250"/>
                  </a:lnTo>
                  <a:close/>
                </a:path>
                <a:path w="5716270" h="857250">
                  <a:moveTo>
                    <a:pt x="3248596" y="857250"/>
                  </a:moveTo>
                  <a:lnTo>
                    <a:pt x="3218116" y="857250"/>
                  </a:lnTo>
                  <a:lnTo>
                    <a:pt x="3218116" y="849630"/>
                  </a:lnTo>
                  <a:lnTo>
                    <a:pt x="3248596" y="849630"/>
                  </a:lnTo>
                  <a:lnTo>
                    <a:pt x="3248596" y="857250"/>
                  </a:lnTo>
                  <a:close/>
                </a:path>
                <a:path w="5716270" h="857250">
                  <a:moveTo>
                    <a:pt x="3195256" y="857250"/>
                  </a:moveTo>
                  <a:lnTo>
                    <a:pt x="3164776" y="857250"/>
                  </a:lnTo>
                  <a:lnTo>
                    <a:pt x="3164776" y="849630"/>
                  </a:lnTo>
                  <a:lnTo>
                    <a:pt x="3195256" y="849630"/>
                  </a:lnTo>
                  <a:lnTo>
                    <a:pt x="3195256" y="857250"/>
                  </a:lnTo>
                  <a:close/>
                </a:path>
                <a:path w="5716270" h="857250">
                  <a:moveTo>
                    <a:pt x="3141916" y="857250"/>
                  </a:moveTo>
                  <a:lnTo>
                    <a:pt x="3111436" y="857250"/>
                  </a:lnTo>
                  <a:lnTo>
                    <a:pt x="3111436" y="849630"/>
                  </a:lnTo>
                  <a:lnTo>
                    <a:pt x="3141916" y="849630"/>
                  </a:lnTo>
                  <a:lnTo>
                    <a:pt x="3141916" y="857250"/>
                  </a:lnTo>
                  <a:close/>
                </a:path>
                <a:path w="5716270" h="857250">
                  <a:moveTo>
                    <a:pt x="3088576" y="857250"/>
                  </a:moveTo>
                  <a:lnTo>
                    <a:pt x="3058096" y="857250"/>
                  </a:lnTo>
                  <a:lnTo>
                    <a:pt x="3058096" y="849630"/>
                  </a:lnTo>
                  <a:lnTo>
                    <a:pt x="3088576" y="849630"/>
                  </a:lnTo>
                  <a:lnTo>
                    <a:pt x="3088576" y="857250"/>
                  </a:lnTo>
                  <a:close/>
                </a:path>
                <a:path w="5716270" h="857250">
                  <a:moveTo>
                    <a:pt x="3035236" y="857250"/>
                  </a:moveTo>
                  <a:lnTo>
                    <a:pt x="3004756" y="857250"/>
                  </a:lnTo>
                  <a:lnTo>
                    <a:pt x="3004756" y="849630"/>
                  </a:lnTo>
                  <a:lnTo>
                    <a:pt x="3035236" y="849630"/>
                  </a:lnTo>
                  <a:lnTo>
                    <a:pt x="3035236" y="857250"/>
                  </a:lnTo>
                  <a:close/>
                </a:path>
                <a:path w="5716270" h="857250">
                  <a:moveTo>
                    <a:pt x="2981896" y="857250"/>
                  </a:moveTo>
                  <a:lnTo>
                    <a:pt x="2951416" y="857250"/>
                  </a:lnTo>
                  <a:lnTo>
                    <a:pt x="2951416" y="849630"/>
                  </a:lnTo>
                  <a:lnTo>
                    <a:pt x="2981896" y="849630"/>
                  </a:lnTo>
                  <a:lnTo>
                    <a:pt x="2981896" y="857250"/>
                  </a:lnTo>
                  <a:close/>
                </a:path>
                <a:path w="5716270" h="857250">
                  <a:moveTo>
                    <a:pt x="2928556" y="857250"/>
                  </a:moveTo>
                  <a:lnTo>
                    <a:pt x="2898076" y="857250"/>
                  </a:lnTo>
                  <a:lnTo>
                    <a:pt x="2898076" y="849630"/>
                  </a:lnTo>
                  <a:lnTo>
                    <a:pt x="2928556" y="849630"/>
                  </a:lnTo>
                  <a:lnTo>
                    <a:pt x="2928556" y="857250"/>
                  </a:lnTo>
                  <a:close/>
                </a:path>
                <a:path w="5716270" h="857250">
                  <a:moveTo>
                    <a:pt x="2875216" y="857250"/>
                  </a:moveTo>
                  <a:lnTo>
                    <a:pt x="2844736" y="857250"/>
                  </a:lnTo>
                  <a:lnTo>
                    <a:pt x="2844736" y="849630"/>
                  </a:lnTo>
                  <a:lnTo>
                    <a:pt x="2875216" y="849630"/>
                  </a:lnTo>
                  <a:lnTo>
                    <a:pt x="2875216" y="857250"/>
                  </a:lnTo>
                  <a:close/>
                </a:path>
                <a:path w="5716270" h="857250">
                  <a:moveTo>
                    <a:pt x="2821876" y="857250"/>
                  </a:moveTo>
                  <a:lnTo>
                    <a:pt x="2791396" y="857250"/>
                  </a:lnTo>
                  <a:lnTo>
                    <a:pt x="2791396" y="849630"/>
                  </a:lnTo>
                  <a:lnTo>
                    <a:pt x="2821876" y="849630"/>
                  </a:lnTo>
                  <a:lnTo>
                    <a:pt x="2821876" y="857250"/>
                  </a:lnTo>
                  <a:close/>
                </a:path>
                <a:path w="5716270" h="857250">
                  <a:moveTo>
                    <a:pt x="2768536" y="857250"/>
                  </a:moveTo>
                  <a:lnTo>
                    <a:pt x="2738056" y="857250"/>
                  </a:lnTo>
                  <a:lnTo>
                    <a:pt x="2738056" y="849630"/>
                  </a:lnTo>
                  <a:lnTo>
                    <a:pt x="2768536" y="849630"/>
                  </a:lnTo>
                  <a:lnTo>
                    <a:pt x="2768536" y="857250"/>
                  </a:lnTo>
                  <a:close/>
                </a:path>
                <a:path w="5716270" h="857250">
                  <a:moveTo>
                    <a:pt x="2715196" y="857250"/>
                  </a:moveTo>
                  <a:lnTo>
                    <a:pt x="2684716" y="857250"/>
                  </a:lnTo>
                  <a:lnTo>
                    <a:pt x="2684716" y="849630"/>
                  </a:lnTo>
                  <a:lnTo>
                    <a:pt x="2715196" y="849630"/>
                  </a:lnTo>
                  <a:lnTo>
                    <a:pt x="2715196" y="857250"/>
                  </a:lnTo>
                  <a:close/>
                </a:path>
                <a:path w="5716270" h="857250">
                  <a:moveTo>
                    <a:pt x="2661856" y="857250"/>
                  </a:moveTo>
                  <a:lnTo>
                    <a:pt x="2631376" y="857250"/>
                  </a:lnTo>
                  <a:lnTo>
                    <a:pt x="2631376" y="849630"/>
                  </a:lnTo>
                  <a:lnTo>
                    <a:pt x="2661856" y="849630"/>
                  </a:lnTo>
                  <a:lnTo>
                    <a:pt x="2661856" y="857250"/>
                  </a:lnTo>
                  <a:close/>
                </a:path>
                <a:path w="5716270" h="857250">
                  <a:moveTo>
                    <a:pt x="2608516" y="857250"/>
                  </a:moveTo>
                  <a:lnTo>
                    <a:pt x="2578036" y="857250"/>
                  </a:lnTo>
                  <a:lnTo>
                    <a:pt x="2578036" y="849630"/>
                  </a:lnTo>
                  <a:lnTo>
                    <a:pt x="2608516" y="849630"/>
                  </a:lnTo>
                  <a:lnTo>
                    <a:pt x="2608516" y="857250"/>
                  </a:lnTo>
                  <a:close/>
                </a:path>
                <a:path w="5716270" h="857250">
                  <a:moveTo>
                    <a:pt x="2555176" y="857250"/>
                  </a:moveTo>
                  <a:lnTo>
                    <a:pt x="2524696" y="857250"/>
                  </a:lnTo>
                  <a:lnTo>
                    <a:pt x="2524696" y="849630"/>
                  </a:lnTo>
                  <a:lnTo>
                    <a:pt x="2555176" y="849630"/>
                  </a:lnTo>
                  <a:lnTo>
                    <a:pt x="2555176" y="857250"/>
                  </a:lnTo>
                  <a:close/>
                </a:path>
                <a:path w="5716270" h="857250">
                  <a:moveTo>
                    <a:pt x="2501836" y="857250"/>
                  </a:moveTo>
                  <a:lnTo>
                    <a:pt x="2471356" y="857250"/>
                  </a:lnTo>
                  <a:lnTo>
                    <a:pt x="2471356" y="849630"/>
                  </a:lnTo>
                  <a:lnTo>
                    <a:pt x="2501836" y="849630"/>
                  </a:lnTo>
                  <a:lnTo>
                    <a:pt x="2501836" y="857250"/>
                  </a:lnTo>
                  <a:close/>
                </a:path>
                <a:path w="5716270" h="857250">
                  <a:moveTo>
                    <a:pt x="2448496" y="857250"/>
                  </a:moveTo>
                  <a:lnTo>
                    <a:pt x="2418016" y="857250"/>
                  </a:lnTo>
                  <a:lnTo>
                    <a:pt x="2418016" y="849630"/>
                  </a:lnTo>
                  <a:lnTo>
                    <a:pt x="2448496" y="849630"/>
                  </a:lnTo>
                  <a:lnTo>
                    <a:pt x="2448496" y="857250"/>
                  </a:lnTo>
                  <a:close/>
                </a:path>
                <a:path w="5716270" h="857250">
                  <a:moveTo>
                    <a:pt x="2395156" y="857250"/>
                  </a:moveTo>
                  <a:lnTo>
                    <a:pt x="2364676" y="857250"/>
                  </a:lnTo>
                  <a:lnTo>
                    <a:pt x="2364676" y="849630"/>
                  </a:lnTo>
                  <a:lnTo>
                    <a:pt x="2395156" y="849630"/>
                  </a:lnTo>
                  <a:lnTo>
                    <a:pt x="2395156" y="857250"/>
                  </a:lnTo>
                  <a:close/>
                </a:path>
                <a:path w="5716270" h="857250">
                  <a:moveTo>
                    <a:pt x="2341816" y="857250"/>
                  </a:moveTo>
                  <a:lnTo>
                    <a:pt x="2311336" y="857250"/>
                  </a:lnTo>
                  <a:lnTo>
                    <a:pt x="2311336" y="849630"/>
                  </a:lnTo>
                  <a:lnTo>
                    <a:pt x="2341816" y="849630"/>
                  </a:lnTo>
                  <a:lnTo>
                    <a:pt x="2341816" y="857250"/>
                  </a:lnTo>
                  <a:close/>
                </a:path>
                <a:path w="5716270" h="857250">
                  <a:moveTo>
                    <a:pt x="2288476" y="857250"/>
                  </a:moveTo>
                  <a:lnTo>
                    <a:pt x="2257996" y="857250"/>
                  </a:lnTo>
                  <a:lnTo>
                    <a:pt x="2257996" y="849630"/>
                  </a:lnTo>
                  <a:lnTo>
                    <a:pt x="2288476" y="849630"/>
                  </a:lnTo>
                  <a:lnTo>
                    <a:pt x="2288476" y="857250"/>
                  </a:lnTo>
                  <a:close/>
                </a:path>
                <a:path w="5716270" h="857250">
                  <a:moveTo>
                    <a:pt x="2235136" y="857250"/>
                  </a:moveTo>
                  <a:lnTo>
                    <a:pt x="2204656" y="857250"/>
                  </a:lnTo>
                  <a:lnTo>
                    <a:pt x="2204656" y="849630"/>
                  </a:lnTo>
                  <a:lnTo>
                    <a:pt x="2235136" y="849630"/>
                  </a:lnTo>
                  <a:lnTo>
                    <a:pt x="2235136" y="857250"/>
                  </a:lnTo>
                  <a:close/>
                </a:path>
                <a:path w="5716270" h="857250">
                  <a:moveTo>
                    <a:pt x="2181796" y="857250"/>
                  </a:moveTo>
                  <a:lnTo>
                    <a:pt x="2151316" y="857250"/>
                  </a:lnTo>
                  <a:lnTo>
                    <a:pt x="2151316" y="849630"/>
                  </a:lnTo>
                  <a:lnTo>
                    <a:pt x="2181796" y="849630"/>
                  </a:lnTo>
                  <a:lnTo>
                    <a:pt x="2181796" y="857250"/>
                  </a:lnTo>
                  <a:close/>
                </a:path>
                <a:path w="5716270" h="857250">
                  <a:moveTo>
                    <a:pt x="2128456" y="857250"/>
                  </a:moveTo>
                  <a:lnTo>
                    <a:pt x="2097976" y="857250"/>
                  </a:lnTo>
                  <a:lnTo>
                    <a:pt x="2097976" y="849630"/>
                  </a:lnTo>
                  <a:lnTo>
                    <a:pt x="2128456" y="849630"/>
                  </a:lnTo>
                  <a:lnTo>
                    <a:pt x="2128456" y="857250"/>
                  </a:lnTo>
                  <a:close/>
                </a:path>
                <a:path w="5716270" h="857250">
                  <a:moveTo>
                    <a:pt x="2075116" y="857250"/>
                  </a:moveTo>
                  <a:lnTo>
                    <a:pt x="2044636" y="857250"/>
                  </a:lnTo>
                  <a:lnTo>
                    <a:pt x="2044636" y="849630"/>
                  </a:lnTo>
                  <a:lnTo>
                    <a:pt x="2075116" y="849630"/>
                  </a:lnTo>
                  <a:lnTo>
                    <a:pt x="2075116" y="857250"/>
                  </a:lnTo>
                  <a:close/>
                </a:path>
                <a:path w="5716270" h="857250">
                  <a:moveTo>
                    <a:pt x="2021776" y="857250"/>
                  </a:moveTo>
                  <a:lnTo>
                    <a:pt x="1991296" y="857250"/>
                  </a:lnTo>
                  <a:lnTo>
                    <a:pt x="1991296" y="849630"/>
                  </a:lnTo>
                  <a:lnTo>
                    <a:pt x="2021776" y="849630"/>
                  </a:lnTo>
                  <a:lnTo>
                    <a:pt x="2021776" y="857250"/>
                  </a:lnTo>
                  <a:close/>
                </a:path>
                <a:path w="5716270" h="857250">
                  <a:moveTo>
                    <a:pt x="1968436" y="857250"/>
                  </a:moveTo>
                  <a:lnTo>
                    <a:pt x="1937956" y="857250"/>
                  </a:lnTo>
                  <a:lnTo>
                    <a:pt x="1937956" y="849630"/>
                  </a:lnTo>
                  <a:lnTo>
                    <a:pt x="1968436" y="849630"/>
                  </a:lnTo>
                  <a:lnTo>
                    <a:pt x="1968436" y="857250"/>
                  </a:lnTo>
                  <a:close/>
                </a:path>
                <a:path w="5716270" h="857250">
                  <a:moveTo>
                    <a:pt x="1915096" y="857250"/>
                  </a:moveTo>
                  <a:lnTo>
                    <a:pt x="1884616" y="857250"/>
                  </a:lnTo>
                  <a:lnTo>
                    <a:pt x="1884616" y="849630"/>
                  </a:lnTo>
                  <a:lnTo>
                    <a:pt x="1915096" y="849630"/>
                  </a:lnTo>
                  <a:lnTo>
                    <a:pt x="1915096" y="857250"/>
                  </a:lnTo>
                  <a:close/>
                </a:path>
                <a:path w="5716270" h="857250">
                  <a:moveTo>
                    <a:pt x="1861756" y="857250"/>
                  </a:moveTo>
                  <a:lnTo>
                    <a:pt x="1831276" y="857250"/>
                  </a:lnTo>
                  <a:lnTo>
                    <a:pt x="1831276" y="849630"/>
                  </a:lnTo>
                  <a:lnTo>
                    <a:pt x="1861756" y="849630"/>
                  </a:lnTo>
                  <a:lnTo>
                    <a:pt x="1861756" y="857250"/>
                  </a:lnTo>
                  <a:close/>
                </a:path>
                <a:path w="5716270" h="857250">
                  <a:moveTo>
                    <a:pt x="1808416" y="857250"/>
                  </a:moveTo>
                  <a:lnTo>
                    <a:pt x="1777936" y="857250"/>
                  </a:lnTo>
                  <a:lnTo>
                    <a:pt x="1777936" y="849630"/>
                  </a:lnTo>
                  <a:lnTo>
                    <a:pt x="1808416" y="849630"/>
                  </a:lnTo>
                  <a:lnTo>
                    <a:pt x="1808416" y="857250"/>
                  </a:lnTo>
                  <a:close/>
                </a:path>
                <a:path w="5716270" h="857250">
                  <a:moveTo>
                    <a:pt x="1755076" y="857250"/>
                  </a:moveTo>
                  <a:lnTo>
                    <a:pt x="1724596" y="857250"/>
                  </a:lnTo>
                  <a:lnTo>
                    <a:pt x="1724596" y="849630"/>
                  </a:lnTo>
                  <a:lnTo>
                    <a:pt x="1755076" y="849630"/>
                  </a:lnTo>
                  <a:lnTo>
                    <a:pt x="1755076" y="857250"/>
                  </a:lnTo>
                  <a:close/>
                </a:path>
                <a:path w="5716270" h="857250">
                  <a:moveTo>
                    <a:pt x="1701736" y="857250"/>
                  </a:moveTo>
                  <a:lnTo>
                    <a:pt x="1671256" y="857250"/>
                  </a:lnTo>
                  <a:lnTo>
                    <a:pt x="1671256" y="849630"/>
                  </a:lnTo>
                  <a:lnTo>
                    <a:pt x="1701736" y="849630"/>
                  </a:lnTo>
                  <a:lnTo>
                    <a:pt x="1701736" y="857250"/>
                  </a:lnTo>
                  <a:close/>
                </a:path>
                <a:path w="5716270" h="857250">
                  <a:moveTo>
                    <a:pt x="1648396" y="857250"/>
                  </a:moveTo>
                  <a:lnTo>
                    <a:pt x="1617916" y="857250"/>
                  </a:lnTo>
                  <a:lnTo>
                    <a:pt x="1617916" y="849630"/>
                  </a:lnTo>
                  <a:lnTo>
                    <a:pt x="1648396" y="849630"/>
                  </a:lnTo>
                  <a:lnTo>
                    <a:pt x="1648396" y="857250"/>
                  </a:lnTo>
                  <a:close/>
                </a:path>
                <a:path w="5716270" h="857250">
                  <a:moveTo>
                    <a:pt x="1595056" y="857250"/>
                  </a:moveTo>
                  <a:lnTo>
                    <a:pt x="1564576" y="857250"/>
                  </a:lnTo>
                  <a:lnTo>
                    <a:pt x="1564576" y="849630"/>
                  </a:lnTo>
                  <a:lnTo>
                    <a:pt x="1595056" y="849630"/>
                  </a:lnTo>
                  <a:lnTo>
                    <a:pt x="1595056" y="857250"/>
                  </a:lnTo>
                  <a:close/>
                </a:path>
                <a:path w="5716270" h="857250">
                  <a:moveTo>
                    <a:pt x="1541716" y="857250"/>
                  </a:moveTo>
                  <a:lnTo>
                    <a:pt x="1511236" y="857250"/>
                  </a:lnTo>
                  <a:lnTo>
                    <a:pt x="1511236" y="849630"/>
                  </a:lnTo>
                  <a:lnTo>
                    <a:pt x="1541716" y="849630"/>
                  </a:lnTo>
                  <a:lnTo>
                    <a:pt x="1541716" y="857250"/>
                  </a:lnTo>
                  <a:close/>
                </a:path>
                <a:path w="5716270" h="857250">
                  <a:moveTo>
                    <a:pt x="1488376" y="857250"/>
                  </a:moveTo>
                  <a:lnTo>
                    <a:pt x="1457896" y="857250"/>
                  </a:lnTo>
                  <a:lnTo>
                    <a:pt x="1457896" y="849630"/>
                  </a:lnTo>
                  <a:lnTo>
                    <a:pt x="1488376" y="849630"/>
                  </a:lnTo>
                  <a:lnTo>
                    <a:pt x="1488376" y="857250"/>
                  </a:lnTo>
                  <a:close/>
                </a:path>
                <a:path w="5716270" h="857250">
                  <a:moveTo>
                    <a:pt x="1435036" y="857250"/>
                  </a:moveTo>
                  <a:lnTo>
                    <a:pt x="1404556" y="857250"/>
                  </a:lnTo>
                  <a:lnTo>
                    <a:pt x="1404556" y="849630"/>
                  </a:lnTo>
                  <a:lnTo>
                    <a:pt x="1435036" y="849630"/>
                  </a:lnTo>
                  <a:lnTo>
                    <a:pt x="1435036" y="857250"/>
                  </a:lnTo>
                  <a:close/>
                </a:path>
                <a:path w="5716270" h="857250">
                  <a:moveTo>
                    <a:pt x="1381696" y="857250"/>
                  </a:moveTo>
                  <a:lnTo>
                    <a:pt x="1351216" y="857250"/>
                  </a:lnTo>
                  <a:lnTo>
                    <a:pt x="1351216" y="849630"/>
                  </a:lnTo>
                  <a:lnTo>
                    <a:pt x="1381696" y="849630"/>
                  </a:lnTo>
                  <a:lnTo>
                    <a:pt x="1381696" y="857250"/>
                  </a:lnTo>
                  <a:close/>
                </a:path>
                <a:path w="5716270" h="857250">
                  <a:moveTo>
                    <a:pt x="1328356" y="857250"/>
                  </a:moveTo>
                  <a:lnTo>
                    <a:pt x="1297876" y="857250"/>
                  </a:lnTo>
                  <a:lnTo>
                    <a:pt x="1297876" y="849630"/>
                  </a:lnTo>
                  <a:lnTo>
                    <a:pt x="1328356" y="849630"/>
                  </a:lnTo>
                  <a:lnTo>
                    <a:pt x="1328356" y="857250"/>
                  </a:lnTo>
                  <a:close/>
                </a:path>
                <a:path w="5716270" h="857250">
                  <a:moveTo>
                    <a:pt x="1275016" y="857250"/>
                  </a:moveTo>
                  <a:lnTo>
                    <a:pt x="1244536" y="857250"/>
                  </a:lnTo>
                  <a:lnTo>
                    <a:pt x="1244536" y="849630"/>
                  </a:lnTo>
                  <a:lnTo>
                    <a:pt x="1275016" y="849630"/>
                  </a:lnTo>
                  <a:lnTo>
                    <a:pt x="1275016" y="857250"/>
                  </a:lnTo>
                  <a:close/>
                </a:path>
                <a:path w="5716270" h="857250">
                  <a:moveTo>
                    <a:pt x="1221676" y="857250"/>
                  </a:moveTo>
                  <a:lnTo>
                    <a:pt x="1191196" y="857250"/>
                  </a:lnTo>
                  <a:lnTo>
                    <a:pt x="1191196" y="849630"/>
                  </a:lnTo>
                  <a:lnTo>
                    <a:pt x="1221676" y="849630"/>
                  </a:lnTo>
                  <a:lnTo>
                    <a:pt x="1221676" y="857250"/>
                  </a:lnTo>
                  <a:close/>
                </a:path>
                <a:path w="5716270" h="857250">
                  <a:moveTo>
                    <a:pt x="1168336" y="857250"/>
                  </a:moveTo>
                  <a:lnTo>
                    <a:pt x="1137856" y="857250"/>
                  </a:lnTo>
                  <a:lnTo>
                    <a:pt x="1137856" y="849630"/>
                  </a:lnTo>
                  <a:lnTo>
                    <a:pt x="1168336" y="849630"/>
                  </a:lnTo>
                  <a:lnTo>
                    <a:pt x="1168336" y="857250"/>
                  </a:lnTo>
                  <a:close/>
                </a:path>
                <a:path w="5716270" h="857250">
                  <a:moveTo>
                    <a:pt x="1114996" y="857250"/>
                  </a:moveTo>
                  <a:lnTo>
                    <a:pt x="1084516" y="857250"/>
                  </a:lnTo>
                  <a:lnTo>
                    <a:pt x="1084516" y="849630"/>
                  </a:lnTo>
                  <a:lnTo>
                    <a:pt x="1114996" y="849630"/>
                  </a:lnTo>
                  <a:lnTo>
                    <a:pt x="1114996" y="857250"/>
                  </a:lnTo>
                  <a:close/>
                </a:path>
                <a:path w="5716270" h="857250">
                  <a:moveTo>
                    <a:pt x="1061656" y="857250"/>
                  </a:moveTo>
                  <a:lnTo>
                    <a:pt x="1031176" y="857250"/>
                  </a:lnTo>
                  <a:lnTo>
                    <a:pt x="1031176" y="849630"/>
                  </a:lnTo>
                  <a:lnTo>
                    <a:pt x="1061656" y="849630"/>
                  </a:lnTo>
                  <a:lnTo>
                    <a:pt x="1061656" y="857250"/>
                  </a:lnTo>
                  <a:close/>
                </a:path>
                <a:path w="5716270" h="857250">
                  <a:moveTo>
                    <a:pt x="1008316" y="857250"/>
                  </a:moveTo>
                  <a:lnTo>
                    <a:pt x="977836" y="857250"/>
                  </a:lnTo>
                  <a:lnTo>
                    <a:pt x="977836" y="849630"/>
                  </a:lnTo>
                  <a:lnTo>
                    <a:pt x="1008316" y="849630"/>
                  </a:lnTo>
                  <a:lnTo>
                    <a:pt x="1008316" y="857250"/>
                  </a:lnTo>
                  <a:close/>
                </a:path>
                <a:path w="5716270" h="857250">
                  <a:moveTo>
                    <a:pt x="954976" y="857250"/>
                  </a:moveTo>
                  <a:lnTo>
                    <a:pt x="924496" y="857250"/>
                  </a:lnTo>
                  <a:lnTo>
                    <a:pt x="924496" y="849630"/>
                  </a:lnTo>
                  <a:lnTo>
                    <a:pt x="954976" y="849630"/>
                  </a:lnTo>
                  <a:lnTo>
                    <a:pt x="954976" y="857250"/>
                  </a:lnTo>
                  <a:close/>
                </a:path>
                <a:path w="5716270" h="857250">
                  <a:moveTo>
                    <a:pt x="901636" y="857250"/>
                  </a:moveTo>
                  <a:lnTo>
                    <a:pt x="871156" y="857250"/>
                  </a:lnTo>
                  <a:lnTo>
                    <a:pt x="871156" y="849630"/>
                  </a:lnTo>
                  <a:lnTo>
                    <a:pt x="901636" y="849630"/>
                  </a:lnTo>
                  <a:lnTo>
                    <a:pt x="901636" y="857250"/>
                  </a:lnTo>
                  <a:close/>
                </a:path>
                <a:path w="5716270" h="857250">
                  <a:moveTo>
                    <a:pt x="848296" y="857250"/>
                  </a:moveTo>
                  <a:lnTo>
                    <a:pt x="817816" y="857250"/>
                  </a:lnTo>
                  <a:lnTo>
                    <a:pt x="817816" y="849630"/>
                  </a:lnTo>
                  <a:lnTo>
                    <a:pt x="848296" y="849630"/>
                  </a:lnTo>
                  <a:lnTo>
                    <a:pt x="848296" y="857250"/>
                  </a:lnTo>
                  <a:close/>
                </a:path>
                <a:path w="5716270" h="857250">
                  <a:moveTo>
                    <a:pt x="794956" y="857250"/>
                  </a:moveTo>
                  <a:lnTo>
                    <a:pt x="764476" y="857250"/>
                  </a:lnTo>
                  <a:lnTo>
                    <a:pt x="764476" y="849630"/>
                  </a:lnTo>
                  <a:lnTo>
                    <a:pt x="794956" y="849630"/>
                  </a:lnTo>
                  <a:lnTo>
                    <a:pt x="794956" y="857250"/>
                  </a:lnTo>
                  <a:close/>
                </a:path>
                <a:path w="5716270" h="857250">
                  <a:moveTo>
                    <a:pt x="741616" y="857250"/>
                  </a:moveTo>
                  <a:lnTo>
                    <a:pt x="711136" y="857250"/>
                  </a:lnTo>
                  <a:lnTo>
                    <a:pt x="711136" y="849630"/>
                  </a:lnTo>
                  <a:lnTo>
                    <a:pt x="741616" y="849630"/>
                  </a:lnTo>
                  <a:lnTo>
                    <a:pt x="741616" y="857250"/>
                  </a:lnTo>
                  <a:close/>
                </a:path>
                <a:path w="5716270" h="857250">
                  <a:moveTo>
                    <a:pt x="688276" y="857250"/>
                  </a:moveTo>
                  <a:lnTo>
                    <a:pt x="657796" y="857250"/>
                  </a:lnTo>
                  <a:lnTo>
                    <a:pt x="657796" y="849630"/>
                  </a:lnTo>
                  <a:lnTo>
                    <a:pt x="688276" y="849630"/>
                  </a:lnTo>
                  <a:lnTo>
                    <a:pt x="688276" y="857250"/>
                  </a:lnTo>
                  <a:close/>
                </a:path>
                <a:path w="5716270" h="857250">
                  <a:moveTo>
                    <a:pt x="634936" y="857250"/>
                  </a:moveTo>
                  <a:lnTo>
                    <a:pt x="604456" y="857250"/>
                  </a:lnTo>
                  <a:lnTo>
                    <a:pt x="604456" y="849630"/>
                  </a:lnTo>
                  <a:lnTo>
                    <a:pt x="634936" y="849630"/>
                  </a:lnTo>
                  <a:lnTo>
                    <a:pt x="634936" y="857250"/>
                  </a:lnTo>
                  <a:close/>
                </a:path>
                <a:path w="5716270" h="857250">
                  <a:moveTo>
                    <a:pt x="581596" y="857250"/>
                  </a:moveTo>
                  <a:lnTo>
                    <a:pt x="551116" y="857250"/>
                  </a:lnTo>
                  <a:lnTo>
                    <a:pt x="551116" y="849630"/>
                  </a:lnTo>
                  <a:lnTo>
                    <a:pt x="581596" y="849630"/>
                  </a:lnTo>
                  <a:lnTo>
                    <a:pt x="581596" y="857250"/>
                  </a:lnTo>
                  <a:close/>
                </a:path>
                <a:path w="5716270" h="857250">
                  <a:moveTo>
                    <a:pt x="528256" y="857250"/>
                  </a:moveTo>
                  <a:lnTo>
                    <a:pt x="497776" y="857250"/>
                  </a:lnTo>
                  <a:lnTo>
                    <a:pt x="497776" y="849630"/>
                  </a:lnTo>
                  <a:lnTo>
                    <a:pt x="528256" y="849630"/>
                  </a:lnTo>
                  <a:lnTo>
                    <a:pt x="528256" y="857250"/>
                  </a:lnTo>
                  <a:close/>
                </a:path>
                <a:path w="5716270" h="857250">
                  <a:moveTo>
                    <a:pt x="474916" y="857250"/>
                  </a:moveTo>
                  <a:lnTo>
                    <a:pt x="444436" y="857250"/>
                  </a:lnTo>
                  <a:lnTo>
                    <a:pt x="444436" y="849630"/>
                  </a:lnTo>
                  <a:lnTo>
                    <a:pt x="474916" y="849630"/>
                  </a:lnTo>
                  <a:lnTo>
                    <a:pt x="474916" y="857250"/>
                  </a:lnTo>
                  <a:close/>
                </a:path>
                <a:path w="5716270" h="857250">
                  <a:moveTo>
                    <a:pt x="421576" y="857250"/>
                  </a:moveTo>
                  <a:lnTo>
                    <a:pt x="391096" y="857250"/>
                  </a:lnTo>
                  <a:lnTo>
                    <a:pt x="391096" y="849630"/>
                  </a:lnTo>
                  <a:lnTo>
                    <a:pt x="421576" y="849630"/>
                  </a:lnTo>
                  <a:lnTo>
                    <a:pt x="421576" y="857250"/>
                  </a:lnTo>
                  <a:close/>
                </a:path>
                <a:path w="5716270" h="857250">
                  <a:moveTo>
                    <a:pt x="368236" y="857250"/>
                  </a:moveTo>
                  <a:lnTo>
                    <a:pt x="337756" y="857250"/>
                  </a:lnTo>
                  <a:lnTo>
                    <a:pt x="337756" y="849630"/>
                  </a:lnTo>
                  <a:lnTo>
                    <a:pt x="368236" y="849630"/>
                  </a:lnTo>
                  <a:lnTo>
                    <a:pt x="368236" y="857250"/>
                  </a:lnTo>
                  <a:close/>
                </a:path>
                <a:path w="5716270" h="857250">
                  <a:moveTo>
                    <a:pt x="314896" y="857250"/>
                  </a:moveTo>
                  <a:lnTo>
                    <a:pt x="284416" y="857250"/>
                  </a:lnTo>
                  <a:lnTo>
                    <a:pt x="284416" y="849630"/>
                  </a:lnTo>
                  <a:lnTo>
                    <a:pt x="314896" y="849630"/>
                  </a:lnTo>
                  <a:lnTo>
                    <a:pt x="314896" y="857250"/>
                  </a:lnTo>
                  <a:close/>
                </a:path>
                <a:path w="5716270" h="857250">
                  <a:moveTo>
                    <a:pt x="261556" y="857250"/>
                  </a:moveTo>
                  <a:lnTo>
                    <a:pt x="231076" y="857250"/>
                  </a:lnTo>
                  <a:lnTo>
                    <a:pt x="231076" y="849630"/>
                  </a:lnTo>
                  <a:lnTo>
                    <a:pt x="261556" y="849630"/>
                  </a:lnTo>
                  <a:lnTo>
                    <a:pt x="261556" y="857250"/>
                  </a:lnTo>
                  <a:close/>
                </a:path>
                <a:path w="5716270" h="857250">
                  <a:moveTo>
                    <a:pt x="208216" y="857250"/>
                  </a:moveTo>
                  <a:lnTo>
                    <a:pt x="177736" y="857250"/>
                  </a:lnTo>
                  <a:lnTo>
                    <a:pt x="177736" y="849630"/>
                  </a:lnTo>
                  <a:lnTo>
                    <a:pt x="208216" y="849630"/>
                  </a:lnTo>
                  <a:lnTo>
                    <a:pt x="208216" y="857250"/>
                  </a:lnTo>
                  <a:close/>
                </a:path>
                <a:path w="5716270" h="857250">
                  <a:moveTo>
                    <a:pt x="154876" y="857250"/>
                  </a:moveTo>
                  <a:lnTo>
                    <a:pt x="145364" y="857250"/>
                  </a:lnTo>
                  <a:lnTo>
                    <a:pt x="137934" y="857059"/>
                  </a:lnTo>
                  <a:lnTo>
                    <a:pt x="130556" y="856500"/>
                  </a:lnTo>
                  <a:lnTo>
                    <a:pt x="123990" y="855662"/>
                  </a:lnTo>
                  <a:lnTo>
                    <a:pt x="124955" y="848106"/>
                  </a:lnTo>
                  <a:lnTo>
                    <a:pt x="131419" y="848931"/>
                  </a:lnTo>
                  <a:lnTo>
                    <a:pt x="138417" y="849452"/>
                  </a:lnTo>
                  <a:lnTo>
                    <a:pt x="138226" y="849452"/>
                  </a:lnTo>
                  <a:lnTo>
                    <a:pt x="145516" y="849630"/>
                  </a:lnTo>
                  <a:lnTo>
                    <a:pt x="154876" y="849630"/>
                  </a:lnTo>
                  <a:lnTo>
                    <a:pt x="154876" y="857250"/>
                  </a:lnTo>
                  <a:close/>
                </a:path>
                <a:path w="5716270" h="857250">
                  <a:moveTo>
                    <a:pt x="101015" y="850315"/>
                  </a:moveTo>
                  <a:lnTo>
                    <a:pt x="72542" y="837653"/>
                  </a:lnTo>
                  <a:lnTo>
                    <a:pt x="76339" y="831049"/>
                  </a:lnTo>
                  <a:lnTo>
                    <a:pt x="79664" y="832954"/>
                  </a:lnTo>
                  <a:lnTo>
                    <a:pt x="85614" y="836002"/>
                  </a:lnTo>
                  <a:lnTo>
                    <a:pt x="91731" y="838771"/>
                  </a:lnTo>
                  <a:lnTo>
                    <a:pt x="97958" y="841235"/>
                  </a:lnTo>
                  <a:lnTo>
                    <a:pt x="103454" y="843102"/>
                  </a:lnTo>
                  <a:lnTo>
                    <a:pt x="101015" y="850315"/>
                  </a:lnTo>
                  <a:close/>
                </a:path>
                <a:path w="5716270" h="857250">
                  <a:moveTo>
                    <a:pt x="53314" y="824357"/>
                  </a:moveTo>
                  <a:lnTo>
                    <a:pt x="31368" y="801992"/>
                  </a:lnTo>
                  <a:lnTo>
                    <a:pt x="37363" y="797293"/>
                  </a:lnTo>
                  <a:lnTo>
                    <a:pt x="39031" y="799414"/>
                  </a:lnTo>
                  <a:lnTo>
                    <a:pt x="43472" y="804557"/>
                  </a:lnTo>
                  <a:lnTo>
                    <a:pt x="47923" y="809205"/>
                  </a:lnTo>
                  <a:lnTo>
                    <a:pt x="52712" y="813777"/>
                  </a:lnTo>
                  <a:lnTo>
                    <a:pt x="57703" y="818108"/>
                  </a:lnTo>
                  <a:lnTo>
                    <a:pt x="58013" y="818362"/>
                  </a:lnTo>
                  <a:lnTo>
                    <a:pt x="53314" y="824357"/>
                  </a:lnTo>
                  <a:close/>
                </a:path>
                <a:path w="5716270" h="857250">
                  <a:moveTo>
                    <a:pt x="43491" y="804557"/>
                  </a:moveTo>
                  <a:lnTo>
                    <a:pt x="43357" y="804418"/>
                  </a:lnTo>
                  <a:lnTo>
                    <a:pt x="43491" y="804557"/>
                  </a:lnTo>
                  <a:close/>
                </a:path>
                <a:path w="5716270" h="857250">
                  <a:moveTo>
                    <a:pt x="18364" y="782561"/>
                  </a:moveTo>
                  <a:lnTo>
                    <a:pt x="6146" y="753694"/>
                  </a:lnTo>
                  <a:lnTo>
                    <a:pt x="13474" y="751611"/>
                  </a:lnTo>
                  <a:lnTo>
                    <a:pt x="13788" y="752716"/>
                  </a:lnTo>
                  <a:lnTo>
                    <a:pt x="15954" y="759129"/>
                  </a:lnTo>
                  <a:lnTo>
                    <a:pt x="18408" y="765378"/>
                  </a:lnTo>
                  <a:lnTo>
                    <a:pt x="21172" y="771486"/>
                  </a:lnTo>
                  <a:lnTo>
                    <a:pt x="24210" y="777430"/>
                  </a:lnTo>
                  <a:lnTo>
                    <a:pt x="24968" y="778764"/>
                  </a:lnTo>
                  <a:lnTo>
                    <a:pt x="18364" y="782561"/>
                  </a:lnTo>
                  <a:close/>
                </a:path>
                <a:path w="5716270" h="857250">
                  <a:moveTo>
                    <a:pt x="18495" y="765556"/>
                  </a:moveTo>
                  <a:lnTo>
                    <a:pt x="18415" y="765378"/>
                  </a:lnTo>
                  <a:lnTo>
                    <a:pt x="18495" y="765556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713855" y="436626"/>
              <a:ext cx="0" cy="9824720"/>
            </a:xfrm>
            <a:custGeom>
              <a:avLst/>
              <a:gdLst/>
              <a:ahLst/>
              <a:cxnLst/>
              <a:rect l="l" t="t" r="r" b="b"/>
              <a:pathLst>
                <a:path h="9824720">
                  <a:moveTo>
                    <a:pt x="0" y="0"/>
                  </a:moveTo>
                  <a:lnTo>
                    <a:pt x="0" y="9824720"/>
                  </a:lnTo>
                </a:path>
              </a:pathLst>
            </a:custGeom>
            <a:ln w="6096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60000">
        <p:wedge/>
      </p:transition>
    </mc:Choice>
    <mc:Fallback>
      <p:transition spd="slow" advTm="60000">
        <p:wedg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756666"/>
            <a:ext cx="5785485" cy="867283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R="683260" algn="ctr">
              <a:lnSpc>
                <a:spcPct val="100000"/>
              </a:lnSpc>
              <a:spcBef>
                <a:spcPts val="985"/>
              </a:spcBef>
            </a:pPr>
            <a:r>
              <a:rPr sz="2000" b="1" i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PLAN: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96545" lvl="1" indent="-284480">
              <a:lnSpc>
                <a:spcPct val="100000"/>
              </a:lnSpc>
              <a:spcBef>
                <a:spcPts val="890"/>
              </a:spcBef>
              <a:buSzPct val="95000"/>
              <a:buAutoNum type="romanUcPeriod"/>
              <a:tabLst>
                <a:tab pos="297180" algn="l"/>
              </a:tabLst>
            </a:pP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ntroduction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86715" lvl="2" indent="-170815">
              <a:lnSpc>
                <a:spcPct val="100000"/>
              </a:lnSpc>
              <a:spcBef>
                <a:spcPts val="900"/>
              </a:spcBef>
              <a:buSzPct val="94000"/>
              <a:buAutoNum type="arabicPlain"/>
              <a:tabLst>
                <a:tab pos="387350" algn="l"/>
              </a:tabLst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Définition des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 marR="974725" lvl="2">
              <a:lnSpc>
                <a:spcPct val="145000"/>
              </a:lnSpc>
              <a:buSzPct val="94000"/>
              <a:buAutoNum type="arabicPlain"/>
              <a:tabLst>
                <a:tab pos="387350" algn="l"/>
              </a:tabLst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Importance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3-Objectifs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projet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II.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Détection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périphériques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90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1-Concepts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base 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19100" marR="2990215">
              <a:lnSpc>
                <a:spcPct val="145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a-Définition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 code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b-Retour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fonctions d'API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19100" marR="2273300">
              <a:lnSpc>
                <a:spcPts val="2800"/>
              </a:lnSpc>
              <a:spcBef>
                <a:spcPts val="225"/>
              </a:spcBef>
            </a:pP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c-Variable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 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 des erreurs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d-Utilisation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perror()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strerror()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620"/>
              </a:spcBef>
            </a:pP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2-Types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courantes: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68935" marR="4304665">
              <a:lnSpc>
                <a:spcPct val="145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-m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té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ielles; 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b-logicielles;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68935">
              <a:lnSpc>
                <a:spcPct val="100000"/>
              </a:lnSpc>
              <a:spcBef>
                <a:spcPts val="86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c-périphériques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réseaux.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III-Gestion</a:t>
            </a:r>
            <a:r>
              <a:rPr sz="2000" b="1" spc="-1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erreurs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2000" b="1" spc="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419100" marR="2542540" indent="-203200">
              <a:lnSpc>
                <a:spcPct val="145000"/>
              </a:lnSpc>
              <a:spcBef>
                <a:spcPts val="5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1-Outils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gestion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a-perror()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19100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b-strerror();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 marR="2609850">
              <a:lnSpc>
                <a:spcPct val="145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2-Gestion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conditionnelle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3-Exemples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pratiques 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17500">
              <a:lnSpc>
                <a:spcPct val="100000"/>
              </a:lnSpc>
              <a:spcBef>
                <a:spcPts val="87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 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fichiers 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 indent="304800">
              <a:lnSpc>
                <a:spcPct val="103000"/>
              </a:lnSpc>
              <a:spcBef>
                <a:spcPts val="80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a-Expliquer</a:t>
            </a:r>
            <a:r>
              <a:rPr sz="1600" spc="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l’utilisation</a:t>
            </a:r>
            <a:r>
              <a:rPr sz="1600" spc="3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fopen(),</a:t>
            </a:r>
            <a:r>
              <a:rPr sz="1600" spc="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fclose(),</a:t>
            </a:r>
            <a:r>
              <a:rPr sz="1600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fread(),</a:t>
            </a:r>
            <a:r>
              <a:rPr sz="1600" spc="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fwrite()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;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88025" cy="85896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116840" indent="304800">
              <a:lnSpc>
                <a:spcPct val="103000"/>
              </a:lnSpc>
              <a:spcBef>
                <a:spcPts val="3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b-Gestion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erreurs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sous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Unix/Linux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17500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c-Exemple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(via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sockets)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91795" indent="-379730">
              <a:lnSpc>
                <a:spcPct val="100000"/>
              </a:lnSpc>
              <a:spcBef>
                <a:spcPts val="835"/>
              </a:spcBef>
              <a:buAutoNum type="romanUcPeriod" startAt="4"/>
              <a:tabLst>
                <a:tab pos="392430" algn="l"/>
              </a:tabLst>
            </a:pP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Stratégies</a:t>
            </a:r>
            <a:r>
              <a:rPr sz="2000" b="1" spc="2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avancées</a:t>
            </a:r>
            <a:r>
              <a:rPr sz="2000" b="1" spc="2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2000" b="1" spc="-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2000" b="1" spc="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2000" b="1" spc="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2000" b="1" spc="1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2000" b="1" spc="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917700">
              <a:lnSpc>
                <a:spcPct val="100000"/>
              </a:lnSpc>
              <a:spcBef>
                <a:spcPts val="85"/>
              </a:spcBef>
            </a:pP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périphériques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86715" lvl="1" indent="-170815">
              <a:lnSpc>
                <a:spcPct val="100000"/>
              </a:lnSpc>
              <a:spcBef>
                <a:spcPts val="915"/>
              </a:spcBef>
              <a:buSzPct val="94000"/>
              <a:buAutoNum type="arabicPlain"/>
              <a:tabLst>
                <a:tab pos="387350" algn="l"/>
              </a:tabLst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Stratégies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récupération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17500" marR="1247140" lvl="1" indent="-100965">
              <a:lnSpc>
                <a:spcPct val="145000"/>
              </a:lnSpc>
              <a:buSzPct val="94000"/>
              <a:buAutoNum type="arabicPlain"/>
              <a:tabLst>
                <a:tab pos="387350" algn="l"/>
              </a:tabLst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Redémarrage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réinitialisation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a-Gestion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pannes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matérielles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17500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b-Logs d’erreurs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surveillance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17500">
              <a:lnSpc>
                <a:spcPct val="100000"/>
              </a:lnSpc>
              <a:spcBef>
                <a:spcPts val="86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c-Intégration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d’outils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surveillance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17500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d-Utilisation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d'outils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bibliothèques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externes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214630" indent="304800">
              <a:lnSpc>
                <a:spcPct val="103000"/>
              </a:lnSpc>
              <a:spcBef>
                <a:spcPts val="80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e-Présentation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d’outils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inspecter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noyau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liées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sous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Linux;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236220" indent="304800">
              <a:lnSpc>
                <a:spcPct val="103000"/>
              </a:lnSpc>
              <a:spcBef>
                <a:spcPts val="81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f-Bibliothèques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USB,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l'analyse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27025" marR="5080" indent="-327025">
              <a:lnSpc>
                <a:spcPct val="103000"/>
              </a:lnSpc>
              <a:spcBef>
                <a:spcPts val="755"/>
              </a:spcBef>
              <a:buAutoNum type="romanUcPeriod" startAt="5"/>
              <a:tabLst>
                <a:tab pos="327025" algn="l"/>
              </a:tabLst>
            </a:pP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Exemples</a:t>
            </a:r>
            <a:r>
              <a:rPr sz="2000" b="1" spc="29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d’application</a:t>
            </a:r>
            <a:r>
              <a:rPr sz="2000" b="1" spc="28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2000" b="1" spc="28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2000" b="1" spc="28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2000" b="1" spc="26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2000" b="1" spc="28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erreurs </a:t>
            </a:r>
            <a:r>
              <a:rPr sz="2000" b="1" spc="-484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périphériques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Cas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d’utilisation 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86715" lvl="1" indent="-170815">
              <a:lnSpc>
                <a:spcPct val="100000"/>
              </a:lnSpc>
              <a:spcBef>
                <a:spcPts val="875"/>
              </a:spcBef>
              <a:buSzPct val="94000"/>
              <a:buAutoNum type="arabicPlain"/>
              <a:tabLst>
                <a:tab pos="387350" algn="l"/>
              </a:tabLst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 des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dur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 marR="2217420" lvl="1">
              <a:lnSpc>
                <a:spcPct val="145000"/>
              </a:lnSpc>
              <a:buSzPct val="94000"/>
              <a:buAutoNum type="arabicPlain"/>
              <a:tabLst>
                <a:tab pos="387350" algn="l"/>
              </a:tabLst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d’une imprimante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3-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erreurs réseau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VI.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Bonnes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pratiques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2000" b="1" spc="-5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2000" b="1" spc="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erreurs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171700">
              <a:lnSpc>
                <a:spcPct val="100000"/>
              </a:lnSpc>
              <a:spcBef>
                <a:spcPts val="85"/>
              </a:spcBef>
            </a:pP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périphériques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  <a:spcBef>
                <a:spcPts val="1660"/>
              </a:spcBef>
            </a:pP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1-Validation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contrôle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entrées/sorties;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764540"/>
            <a:ext cx="3175635" cy="149733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84480" indent="-170815">
              <a:lnSpc>
                <a:spcPct val="100000"/>
              </a:lnSpc>
              <a:spcBef>
                <a:spcPts val="965"/>
              </a:spcBef>
              <a:buSzPct val="94000"/>
              <a:buAutoNum type="arabicPlain" startAt="2"/>
              <a:tabLst>
                <a:tab pos="285115" algn="l"/>
              </a:tabLst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 proactive 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14300" marR="5080">
              <a:lnSpc>
                <a:spcPct val="145000"/>
              </a:lnSpc>
              <a:buSzPct val="94000"/>
              <a:buAutoNum type="arabicPlain" startAt="2"/>
              <a:tabLst>
                <a:tab pos="285115" algn="l"/>
              </a:tabLst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Automatisation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tests d’erreurs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4-Sécurisation des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ressources 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VII.</a:t>
            </a:r>
            <a:r>
              <a:rPr sz="2000" b="1" spc="-3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Conclusion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2075" y="756666"/>
            <a:ext cx="5812155" cy="902335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85"/>
              </a:spcBef>
            </a:pP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I-Introduction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65100">
              <a:lnSpc>
                <a:spcPct val="100000"/>
              </a:lnSpc>
              <a:spcBef>
                <a:spcPts val="890"/>
              </a:spcBef>
            </a:pP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1-Définition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6830" marR="5080" indent="152400" algn="just">
              <a:lnSpc>
                <a:spcPct val="96000"/>
              </a:lnSpc>
              <a:spcBef>
                <a:spcPts val="1400"/>
              </a:spcBef>
            </a:pP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b="1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périphérique informatique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est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terme générique donné aux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composants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matériel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informatique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assurant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communications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entre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l'unité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centrale</a:t>
            </a:r>
            <a:r>
              <a:rPr sz="1600" spc="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l'ordinateur</a:t>
            </a:r>
            <a:r>
              <a:rPr sz="1600" spc="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et le</a:t>
            </a:r>
            <a:r>
              <a:rPr sz="1600" spc="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monde extérieur.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6830" algn="just">
              <a:lnSpc>
                <a:spcPct val="100000"/>
              </a:lnSpc>
              <a:spcBef>
                <a:spcPts val="1320"/>
              </a:spcBef>
            </a:pP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600" spc="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distingue trois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types</a:t>
            </a:r>
            <a:r>
              <a:rPr sz="1600" spc="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périphérique 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 indent="100330" algn="just">
              <a:lnSpc>
                <a:spcPct val="103000"/>
              </a:lnSpc>
              <a:spcBef>
                <a:spcPts val="1260"/>
              </a:spcBef>
            </a:pP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b="1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d'entrée</a:t>
            </a:r>
            <a:r>
              <a:rPr sz="1600" b="1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permettent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d'entrer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l'information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dans 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l'ordinateur</a:t>
            </a:r>
            <a:r>
              <a:rPr sz="1600" spc="-1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6830" marR="5080" algn="just">
              <a:lnSpc>
                <a:spcPct val="104000"/>
              </a:lnSpc>
              <a:spcBef>
                <a:spcPts val="1395"/>
              </a:spcBef>
            </a:pP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b="1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sortie</a:t>
            </a:r>
            <a:r>
              <a:rPr sz="1600" b="1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permettent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sortir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l'information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l'ordinateur</a:t>
            </a:r>
            <a:r>
              <a:rPr sz="1600" spc="-1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6830" marR="6985" algn="just">
              <a:lnSpc>
                <a:spcPct val="103000"/>
              </a:lnSpc>
              <a:spcBef>
                <a:spcPts val="1405"/>
              </a:spcBef>
            </a:pP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b="1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d'entrée-sortie</a:t>
            </a:r>
            <a:r>
              <a:rPr sz="1600" b="1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permettent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communications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bidirectionnelles.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36830" marR="5080" algn="just">
              <a:lnSpc>
                <a:spcPct val="96000"/>
              </a:lnSpc>
            </a:pPr>
            <a:r>
              <a:rPr sz="1600" spc="-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plupart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sont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amovibles,</a:t>
            </a:r>
            <a:r>
              <a:rPr sz="1600" spc="39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c'est-à-dire</a:t>
            </a:r>
            <a:r>
              <a:rPr sz="1600" spc="39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qu'ils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peuvent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être déconnectés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l'unité centrale sans empêcher celle-ci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fonctionner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(il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faut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parfois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éteindre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l'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  <a:hlinkClick r:id="rId1"/>
              </a:rPr>
              <a:t>ordinateur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avant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retirer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le </a:t>
            </a:r>
            <a:r>
              <a:rPr sz="1600" spc="-38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périphérique).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6830" marR="7620" algn="just">
              <a:lnSpc>
                <a:spcPts val="1850"/>
              </a:lnSpc>
              <a:spcBef>
                <a:spcPts val="1440"/>
              </a:spcBef>
            </a:pP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Sur les micro-ordinateurs,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tous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les périphériques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sont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reliés à la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  <a:hlinkClick r:id="rId2"/>
              </a:rPr>
              <a:t>carte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  <a:hlinkClick r:id="rId2"/>
              </a:rPr>
              <a:t>mère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  <a:hlinkClick r:id="rId2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un</a:t>
            </a:r>
            <a:r>
              <a:rPr sz="1600" spc="-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connecteur</a:t>
            </a:r>
            <a:r>
              <a:rPr sz="1600" spc="-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l'on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insère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6830" algn="just">
              <a:lnSpc>
                <a:spcPct val="100000"/>
              </a:lnSpc>
              <a:spcBef>
                <a:spcPts val="1265"/>
              </a:spcBef>
            </a:pP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soit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port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directement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soudé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carte</a:t>
            </a:r>
            <a:r>
              <a:rPr sz="1600" spc="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mère;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6830" marR="6350" algn="just">
              <a:lnSpc>
                <a:spcPct val="103000"/>
              </a:lnSpc>
              <a:spcBef>
                <a:spcPts val="1400"/>
              </a:spcBef>
            </a:pP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soit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dans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port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disponible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une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carte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d'extension,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elle-même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enfichée sur la carte mère. </a:t>
            </a:r>
            <a:r>
              <a:rPr sz="1600" spc="-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La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carte d'extension étant amovible, il est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facile</a:t>
            </a:r>
            <a:r>
              <a:rPr sz="1600" spc="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remplacer</a:t>
            </a:r>
            <a:r>
              <a:rPr sz="1600" spc="2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cas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panne</a:t>
            </a:r>
            <a:r>
              <a:rPr sz="16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ou</a:t>
            </a:r>
            <a:r>
              <a:rPr sz="1600" spc="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d'évolution technologique.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L="106680" marR="1115695">
              <a:lnSpc>
                <a:spcPct val="103000"/>
              </a:lnSpc>
            </a:pP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2-Importance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la gestion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erreurs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2000" b="1" spc="-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06680" marR="523240" indent="101600">
              <a:lnSpc>
                <a:spcPct val="103000"/>
              </a:lnSpc>
              <a:spcBef>
                <a:spcPts val="85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essentielle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fonctionnement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d’exploitations. 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rencontre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spécifique,le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gestionnaire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sous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Windows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nous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836920" cy="52768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82550" marR="104140" algn="just">
              <a:lnSpc>
                <a:spcPct val="103000"/>
              </a:lnSpc>
              <a:spcBef>
                <a:spcPts val="3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gérer le matériel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l’ordinateur et est utilisé pour modifier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options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configuration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matériel,gérer les pilotes,désactiver et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activer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identifier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735580" marR="138430" indent="-2571115" algn="just">
              <a:lnSpc>
                <a:spcPct val="104000"/>
              </a:lnSpc>
              <a:spcBef>
                <a:spcPts val="79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 risques associés à une mauvaise gestion des erreurs sont tels </a:t>
            </a:r>
            <a:r>
              <a:rPr sz="1600" b="1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que: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82550" marR="5080">
              <a:lnSpc>
                <a:spcPct val="103000"/>
              </a:lnSpc>
              <a:spcBef>
                <a:spcPts val="80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pertes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 données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dues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mauvaise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partage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peut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entraîner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perte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accidentelle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importantes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l’instar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manipulation,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d’un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écrasement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fichiers,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d’un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synchronisation;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plantages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dues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</a:t>
            </a:r>
            <a:r>
              <a:rPr sz="16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n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pilote</a:t>
            </a:r>
            <a:r>
              <a:rPr sz="16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périphérique</a:t>
            </a:r>
            <a:r>
              <a:rPr sz="1600" spc="1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défectueux,un</a:t>
            </a:r>
            <a:r>
              <a:rPr sz="1600" spc="2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conflit</a:t>
            </a:r>
            <a:r>
              <a:rPr sz="1600" spc="2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logiciel,une</a:t>
            </a:r>
            <a:r>
              <a:rPr sz="1600" spc="2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erreur</a:t>
            </a:r>
            <a:r>
              <a:rPr sz="1600" spc="3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2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mémoire</a:t>
            </a:r>
            <a:r>
              <a:rPr sz="1600" spc="3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et </a:t>
            </a:r>
            <a:r>
              <a:rPr sz="16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un</a:t>
            </a:r>
            <a:r>
              <a:rPr sz="1600" spc="3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conflit</a:t>
            </a:r>
            <a:r>
              <a:rPr sz="1600" spc="3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matériel.L'erreur</a:t>
            </a:r>
            <a:r>
              <a:rPr sz="1600" spc="3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DRIVER_POWER_STATE_FAILURE</a:t>
            </a:r>
            <a:r>
              <a:rPr sz="1600" spc="-1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1600" spc="-38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indique</a:t>
            </a:r>
            <a:r>
              <a:rPr sz="1600" spc="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problème</a:t>
            </a:r>
            <a:r>
              <a:rPr sz="1600" spc="4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l'état</a:t>
            </a:r>
            <a:r>
              <a:rPr sz="1600" spc="1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d'alimentation</a:t>
            </a:r>
            <a:r>
              <a:rPr sz="1600" spc="1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d'un</a:t>
            </a:r>
            <a:r>
              <a:rPr sz="1600" spc="1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pilote</a:t>
            </a:r>
            <a:r>
              <a:rPr sz="16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enfin </a:t>
            </a:r>
            <a:r>
              <a:rPr sz="16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pannes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matérielles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dues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aux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surchauffages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surtensions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76200">
              <a:lnSpc>
                <a:spcPct val="100000"/>
              </a:lnSpc>
              <a:spcBef>
                <a:spcPts val="835"/>
              </a:spcBef>
            </a:pP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Objectif</a:t>
            </a:r>
            <a:r>
              <a:rPr sz="20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projet: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marR="72390">
              <a:lnSpc>
                <a:spcPct val="103000"/>
              </a:lnSpc>
              <a:spcBef>
                <a:spcPts val="84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projet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vise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expliquer 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mécanismes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périphériques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dans un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programme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présenter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pratiques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(fichiers,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matériels).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756666"/>
            <a:ext cx="5702300" cy="8938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1069975" indent="-254635">
              <a:lnSpc>
                <a:spcPct val="137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II. 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Détection 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erreurs 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périphériques: </a:t>
            </a:r>
            <a:r>
              <a:rPr sz="2000" b="1" spc="-484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1-Concepts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base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3000"/>
              </a:lnSpc>
              <a:spcBef>
                <a:spcPts val="83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a-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Codes d'erreur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 identifier 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type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produit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trouver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solution. Microsoft 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mis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place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centre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aider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 trouver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solutions.Le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«Erreur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403»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accès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interdit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s’affiche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page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web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lorsque 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refuse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d’exécuter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requête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qu’il a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pourtant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comprise.En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effet,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d’erreur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identifier 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panne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surtout 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mettre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«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nom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»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cette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dernière.Les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d'exploitation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attribuent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manière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identifier rapidement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rencontrés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(comme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imprimantes,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durs,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souris,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etc.).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codes d'erreur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souvent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standardisés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spécifiques 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chaque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d'exploitation 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permettent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développeurs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diagnostiquer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b-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Retour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 fonctions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d’API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9050">
              <a:lnSpc>
                <a:spcPct val="103000"/>
              </a:lnSpc>
              <a:spcBef>
                <a:spcPts val="80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retour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fonctions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d'API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réfère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 manière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d'une</a:t>
            </a:r>
            <a:r>
              <a:rPr sz="1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(Application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Programming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Interface)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renvoient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l'appelant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après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avoir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exécuté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tâche.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retours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peuvent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sous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différentes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formes,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telles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statut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messages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même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objets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structurés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type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retour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dépend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largement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langage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conception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l'API.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général,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d'API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ont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but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signaler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l'état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l'exécution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d'une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fournir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résultats, 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communiquer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manière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cohérente.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25145">
              <a:lnSpc>
                <a:spcPct val="103000"/>
              </a:lnSpc>
              <a:spcBef>
                <a:spcPts val="805"/>
              </a:spcBef>
            </a:pP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c-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Variable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errno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:Présentation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(variable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globale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définissant l'erreur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survenue).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76200">
              <a:lnSpc>
                <a:spcPct val="103000"/>
              </a:lnSpc>
              <a:spcBef>
                <a:spcPts val="81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variable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variable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globale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joue 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rôle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essentiel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dans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sein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systèmes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Unix, Linux,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d'autres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d'exploitation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similaires.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signaler l'erreur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s'est produite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d'un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appel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d'une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bibliothèque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standard.Le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Concept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79135" cy="855027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6985">
              <a:lnSpc>
                <a:spcPct val="103000"/>
              </a:lnSpc>
              <a:spcBef>
                <a:spcPts val="3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tel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qu’il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variable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globale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type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entier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définie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bibliothèque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standard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généralement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l'en-tête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&lt;errno.h&gt;.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indiquer l'erreur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survenue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l'exécution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d'une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fonction,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principalement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appels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bibliothèque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peuvent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échouer.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important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savoir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modifiée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uniquement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fonctions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échouent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réussit,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 touche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reste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constante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pendant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l'exécution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d'une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celle-ci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réussit, mais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réinitialisée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chaque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appel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d'une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fonction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qui peut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échouer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sz="1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Ainsi, 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vous appelez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plusieurs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fonctions,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vous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devez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lire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immédiatement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après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l'échec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fonction,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qu'un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appel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modifie.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d-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Utilisation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perror()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strerror():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3000"/>
              </a:lnSpc>
              <a:spcBef>
                <a:spcPts val="80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permettent</a:t>
            </a:r>
            <a:r>
              <a:rPr sz="1600" spc="4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fournir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détaillés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.Les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perror()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strerror()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toutes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deux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langage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fournir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messages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fonctions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appels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bibliothèque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échouent,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s'appuient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toutes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deux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sur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variable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globale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errno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obtenir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des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l'erreur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survenue.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Cependant, elles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manière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légèrement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différente.La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perror()</a:t>
            </a:r>
            <a:r>
              <a:rPr sz="1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affiche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la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sortie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standard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(stderr)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déterminer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l'erreur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spécifique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afficher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associé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prototype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void</a:t>
            </a:r>
            <a:r>
              <a:rPr sz="1600" b="1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perror(const</a:t>
            </a:r>
            <a:r>
              <a:rPr sz="1600" b="1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char</a:t>
            </a:r>
            <a:r>
              <a:rPr sz="1600" b="1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*s)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.Le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paramètre</a:t>
            </a:r>
            <a:r>
              <a:rPr sz="1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préfixe (chaîne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caractères)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affiché avant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d'erreur.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souvent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indiquer 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contexte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l'erreur.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281305">
              <a:lnSpc>
                <a:spcPct val="103000"/>
              </a:lnSpc>
              <a:spcBef>
                <a:spcPts val="1400"/>
              </a:spcBef>
            </a:pP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perror()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affiche 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texte fourni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 (si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non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NULL),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suivi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deux-points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d'un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correspondant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errno.Si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n'a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été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modifié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appel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échoué,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celui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associé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 dernière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rencontrée.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2779395">
              <a:lnSpc>
                <a:spcPct val="169000"/>
              </a:lnSpc>
              <a:spcBef>
                <a:spcPts val="14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Exemple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d'utilisation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perror()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b="1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#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include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&lt;stdio.h&gt;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854065" cy="8521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#include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&lt;errno.h&gt;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main()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14300" marR="2198370" indent="254000">
              <a:lnSpc>
                <a:spcPct val="145000"/>
              </a:lnSpc>
              <a:spcBef>
                <a:spcPts val="15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FILE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*file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fopen("inexistant.txt", "r");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if (file ==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NULL) 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 marR="1397000" indent="202565">
              <a:lnSpc>
                <a:spcPct val="145000"/>
              </a:lnSpc>
              <a:tabLst>
                <a:tab pos="4351020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"E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ic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"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 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return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0;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Sortie (par exemple)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l'ouverture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fichier: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directory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Explication</a:t>
            </a:r>
            <a:r>
              <a:rPr sz="16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23825">
              <a:lnSpc>
                <a:spcPct val="103000"/>
              </a:lnSpc>
              <a:spcBef>
                <a:spcPts val="1255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texte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"Erreur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l'ouverture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fichier"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préfixe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fourni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l'utilisateur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(paramètre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s).Après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préfixe,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perror()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ajoute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associé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 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valeur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cas,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"No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or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directory",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description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l'erreur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ENOENT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(fichier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introuvable).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255270">
              <a:lnSpc>
                <a:spcPct val="104000"/>
              </a:lnSpc>
              <a:spcBef>
                <a:spcPts val="1390"/>
              </a:spcBef>
            </a:pP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strerror()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récupérer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chaîne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caractères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représentant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l'erreur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correspondant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spécifique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dans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Contrairement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perror(), strerror()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fait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sortie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 stderr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79375" algn="just">
              <a:lnSpc>
                <a:spcPct val="103000"/>
              </a:lnSpc>
              <a:spcBef>
                <a:spcPts val="1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retourne simplement la chaîne correspondante à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l'erreur.Son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prototype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 char *strerror(int errnum</a:t>
            </a:r>
            <a:r>
              <a:rPr sz="1200" spc="-5" dirty="0">
                <a:latin typeface="SimSun" panose="02010600030101010101" pitchFamily="2" charset="-122"/>
                <a:cs typeface="SimSun" panose="02010600030101010101" pitchFamily="2" charset="-122"/>
              </a:rPr>
              <a:t>)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.Le paramètre ernuum est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le code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convertir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chaîne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caractères.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Généralement,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cela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correspond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ct val="103000"/>
              </a:lnSpc>
              <a:spcBef>
                <a:spcPts val="1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valeur de errno.strerror() prend un code d'erreur (typiquement errno)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retourne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chaîne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caractères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contenant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description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87960">
              <a:lnSpc>
                <a:spcPct val="103000"/>
              </a:lnSpc>
              <a:spcBef>
                <a:spcPts val="1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textuelle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l'erreur.Si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l'erreur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invalide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(par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défini),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strerror()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retourne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défaut,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tel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"Unknown error".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Exemple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d'utilisation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strerror()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764540"/>
            <a:ext cx="5770880" cy="8917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56075" algn="just">
              <a:lnSpc>
                <a:spcPct val="145000"/>
              </a:lnSpc>
              <a:spcBef>
                <a:spcPts val="10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#include &lt;stdio.h&gt;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#include &lt;errno.h&gt;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#include &lt;string.h&gt; </a:t>
            </a:r>
            <a:r>
              <a:rPr sz="1600" spc="-3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main() 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 marR="2268220" algn="just">
              <a:lnSpc>
                <a:spcPct val="145000"/>
              </a:lnSpc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FILE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*file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 fopen("inexistant.txt", "r");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(file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== NULL)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21335" marR="1118235" indent="-52070" algn="just">
              <a:lnSpc>
                <a:spcPct val="145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printf("Erreur lors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l'ouverture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 : %s\n",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strerror(errno));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6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0;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Sortie (par exemple)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l'ouverture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fichier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directory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Explication</a:t>
            </a:r>
            <a:r>
              <a:rPr sz="16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3000"/>
              </a:lnSpc>
              <a:spcBef>
                <a:spcPts val="125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strerror(errno)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récupère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chaîne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caractères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décrit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l'erreur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associée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valeur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errno.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Cette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retourne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même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message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celui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perror()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afficherait,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mais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cas,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vous avez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possibilité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l'utiliser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guise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(par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l'afficher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ailleurs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l'enregistrer).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66700">
              <a:lnSpc>
                <a:spcPct val="100000"/>
              </a:lnSpc>
              <a:spcBef>
                <a:spcPts val="1435"/>
              </a:spcBef>
            </a:pP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2-Types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d’erreurs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courantes: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marR="944880" indent="101600">
              <a:lnSpc>
                <a:spcPct val="104000"/>
              </a:lnSpc>
              <a:spcBef>
                <a:spcPts val="83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matérielles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Pannes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déconnexions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d'alimentation.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58800" indent="101600">
              <a:lnSpc>
                <a:spcPct val="103000"/>
              </a:lnSpc>
              <a:spcBef>
                <a:spcPts val="80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 logicielles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Permissions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insuffisantes, ressources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non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disponibles,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lecture/écriture.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617220" indent="101600">
              <a:lnSpc>
                <a:spcPct val="104000"/>
              </a:lnSpc>
              <a:spcBef>
                <a:spcPts val="79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réseau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Timeout,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interruptions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connexion,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protocole.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756666"/>
            <a:ext cx="5786755" cy="865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marR="690245">
              <a:lnSpc>
                <a:spcPct val="137000"/>
              </a:lnSpc>
              <a:spcBef>
                <a:spcPts val="100"/>
              </a:spcBef>
            </a:pP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III-Gestion 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erreurs 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périphériques 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en C </a:t>
            </a:r>
            <a:r>
              <a:rPr sz="2000" b="1" spc="-484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1-Outils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 erreurs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en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17500">
              <a:lnSpc>
                <a:spcPct val="100000"/>
              </a:lnSpc>
              <a:spcBef>
                <a:spcPts val="90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a-perror()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Affichage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message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associé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73355" indent="304800">
              <a:lnSpc>
                <a:spcPct val="104000"/>
              </a:lnSpc>
              <a:spcBef>
                <a:spcPts val="79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b-strerror()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Conversion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d'erreur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chaîne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caractères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lisible.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53695" indent="-213995">
              <a:lnSpc>
                <a:spcPct val="100000"/>
              </a:lnSpc>
              <a:spcBef>
                <a:spcPts val="840"/>
              </a:spcBef>
              <a:buSzPct val="95000"/>
              <a:buAutoNum type="arabicPlain" startAt="2"/>
              <a:tabLst>
                <a:tab pos="354330" algn="l"/>
              </a:tabLst>
            </a:pP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conditionnelle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 erreurs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marR="167005">
              <a:lnSpc>
                <a:spcPct val="103000"/>
              </a:lnSpc>
              <a:spcBef>
                <a:spcPts val="85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Utilisation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structures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conditionnelles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retours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fonctions et gérer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erreurs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conséquence.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53695" indent="-213995">
              <a:lnSpc>
                <a:spcPct val="100000"/>
              </a:lnSpc>
              <a:spcBef>
                <a:spcPts val="835"/>
              </a:spcBef>
              <a:buSzPct val="95000"/>
              <a:buAutoNum type="arabicPlain" startAt="3"/>
              <a:tabLst>
                <a:tab pos="354330" algn="l"/>
              </a:tabLst>
            </a:pP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Exemples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pratiques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90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 des erreurs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fichiers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 indent="203835">
              <a:lnSpc>
                <a:spcPct val="103000"/>
              </a:lnSpc>
              <a:spcBef>
                <a:spcPts val="81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a-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Explication</a:t>
            </a:r>
            <a:r>
              <a:rPr sz="1600" b="1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l’utilisation</a:t>
            </a:r>
            <a:r>
              <a:rPr sz="1600" b="1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fopen(),</a:t>
            </a:r>
            <a:r>
              <a:rPr sz="1600" b="1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fclose(),</a:t>
            </a:r>
            <a:r>
              <a:rPr sz="1600" b="1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fread(),</a:t>
            </a:r>
            <a:r>
              <a:rPr sz="1600" b="1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 </a:t>
            </a:r>
            <a:r>
              <a:rPr sz="1600" b="1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fwrite()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exemple 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2700" marR="147320">
              <a:lnSpc>
                <a:spcPct val="96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fonctions fopen(),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fclose(),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fread()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fwrite()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standard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bibliothèque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manipuler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fichiers.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permettent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lire,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écrire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fermer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fichiers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tout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offrant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abstraction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niveau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plus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élevé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appels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bas-niveau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open(),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read(),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write(). Voici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détail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 chacune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ces fonctions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64135">
              <a:lnSpc>
                <a:spcPct val="100000"/>
              </a:lnSpc>
              <a:spcBef>
                <a:spcPts val="132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fopen() :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Ouvrir un fichier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43815">
              <a:lnSpc>
                <a:spcPct val="96000"/>
              </a:lnSpc>
              <a:spcBef>
                <a:spcPts val="140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fopen() est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ouvrir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fichier. Elle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retourne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pointeur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objet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type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FILE,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d'autres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fonctions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comme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fread()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fwrite()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accéder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fichier. Si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l'ouverture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échoue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(par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n'existe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permissions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insuffisantes),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fopen()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retourne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NULL.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Syntaxe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:FILE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*fopen(const</a:t>
            </a:r>
            <a:r>
              <a:rPr sz="16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char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*filename,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const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char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*mode);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90500">
              <a:lnSpc>
                <a:spcPct val="103000"/>
              </a:lnSpc>
              <a:spcBef>
                <a:spcPts val="126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filename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nom du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vous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voulez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ouvrir.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chemin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relatif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absolu.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51830" cy="8780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d'ouverture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fichier.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modes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courants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incluent 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"r"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Lecture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seule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doit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exister).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346710">
              <a:lnSpc>
                <a:spcPct val="103000"/>
              </a:lnSpc>
              <a:spcBef>
                <a:spcPts val="140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"w"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Écriture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seule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(créé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fichier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vide,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écrase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 existe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déjà).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"a"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Ajout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(créé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s'il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n'existe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93980">
              <a:lnSpc>
                <a:spcPct val="104000"/>
              </a:lnSpc>
              <a:spcBef>
                <a:spcPts val="139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"rb",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"wb", "ab"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binaires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lire,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écrire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ajouter 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binaire.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490980">
              <a:lnSpc>
                <a:spcPct val="176000"/>
              </a:lnSpc>
              <a:spcBef>
                <a:spcPts val="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"r+"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Lecture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écriture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doit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exister).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"w+"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Lecture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écriture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(créé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écrase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fichier).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"a+"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Lecture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ajout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(créé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 nécessaire).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Exemple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:#include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&lt;stdio.h&gt;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main()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3975" indent="203835">
              <a:lnSpc>
                <a:spcPct val="103000"/>
              </a:lnSpc>
              <a:spcBef>
                <a:spcPts val="82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FILE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*file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fopen("exemple.txt",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"r");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//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Ouvre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 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lecture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6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(file ==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NULL) 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19100" marR="1596390">
              <a:lnSpc>
                <a:spcPct val="145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perror("Erreur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l'ouverture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fichier");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1;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19100" marR="4580890" indent="-203200">
              <a:lnSpc>
                <a:spcPct val="145000"/>
              </a:lnSpc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; 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0;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64135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fclose()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Fermer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un fichier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1840"/>
              </a:lnSpc>
              <a:spcBef>
                <a:spcPts val="145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fclose()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fermer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fichier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précédemment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ouvert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fopen().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libérer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ressources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associées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523865" cy="85166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111760">
              <a:lnSpc>
                <a:spcPts val="1820"/>
              </a:lnSpc>
              <a:spcBef>
                <a:spcPts val="24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d'assurer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toutes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écritures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sont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bien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effectuées.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Syntaxe:int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fclose(FILE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*stream);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imes New Roman" panose="02020603050405020304"/>
              <a:cs typeface="Times New Roman" panose="02020603050405020304"/>
            </a:endParaRPr>
          </a:p>
          <a:p>
            <a:pPr marL="12700" marR="238760">
              <a:lnSpc>
                <a:spcPts val="184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stream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pointeur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vers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vous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souhaitez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fermer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(le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même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celui retourné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fopen()).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Valeur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retour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Retourne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0 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succès.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Retourne EOF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(généralement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-1)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d'échec.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Exemple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:#include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&lt;stdio.h&gt;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main()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 marR="2122805">
              <a:lnSpc>
                <a:spcPct val="145000"/>
              </a:lnSpc>
              <a:spcBef>
                <a:spcPts val="1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FILE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*file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=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fopen("exemple.txt",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"r");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(file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== NULL)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19100" marR="1921510">
              <a:lnSpc>
                <a:spcPct val="145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perror("Erreur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d'ouverture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fichier");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1;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19100" marR="732790" indent="-203200">
              <a:lnSpc>
                <a:spcPct val="145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(fclose(file)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!=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0)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{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// Vérifie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fermeture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échoué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perror("Erreur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la fermeture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fichier");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7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0;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64135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fread()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 Lire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fichier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1840"/>
              </a:lnSpc>
              <a:spcBef>
                <a:spcPts val="1445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fread()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partir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ouvert.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certain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nombre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d'éléments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 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place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dans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zone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mémoire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spécifiée.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75960" cy="881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70"/>
              </a:lnSpc>
              <a:spcBef>
                <a:spcPts val="9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Syntaxe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:size_t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fread(void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*ptr,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size_t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size,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size_t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count,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FILE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87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*stream);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280670">
              <a:lnSpc>
                <a:spcPts val="1850"/>
              </a:lnSpc>
              <a:spcBef>
                <a:spcPts val="144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ptr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pointeur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vers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zone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mémoire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où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seront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stockées.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2107565">
              <a:lnSpc>
                <a:spcPts val="3240"/>
              </a:lnSpc>
              <a:spcBef>
                <a:spcPts val="27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taille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élément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 lire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octets).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count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nombre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d'éléments 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lire.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stream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 partir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duquel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lire.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96000"/>
              </a:lnSpc>
              <a:spcBef>
                <a:spcPts val="140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Valeur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retour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nombre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d'éléments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effectivement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lus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(qui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peut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 inférieur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count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si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atteinte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d'erreur).Si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l'erreur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produit,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ferror()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survenue.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Exemple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:#include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&lt;stdio.h&gt;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main()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 marR="2374900">
              <a:lnSpc>
                <a:spcPct val="145000"/>
              </a:lnSpc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FILE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*file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=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fopen("exemple.txt",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"r");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(file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== NULL)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19100" marR="2173605">
              <a:lnSpc>
                <a:spcPts val="2800"/>
              </a:lnSpc>
              <a:spcBef>
                <a:spcPts val="22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perror("Erreur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d'ouverture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fichier");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1;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62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65100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char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buffer[100];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34620" indent="203835">
              <a:lnSpc>
                <a:spcPct val="103000"/>
              </a:lnSpc>
              <a:spcBef>
                <a:spcPts val="80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size_t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fread(buffer,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sizeof(char),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99,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file);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//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Lire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99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caractères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fichier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 marR="1162685">
              <a:lnSpc>
                <a:spcPct val="145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buffer[n]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'\0';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//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S'assurer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chaîne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terminée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printf("Contenu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fichier:</a:t>
            </a:r>
            <a:r>
              <a:rPr sz="16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%s\n",</a:t>
            </a:r>
            <a:r>
              <a:rPr sz="16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buffer);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fclose(file);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7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0;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72150" cy="8809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fwrite() : Écrire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fichier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96000"/>
              </a:lnSpc>
              <a:spcBef>
                <a:spcPts val="1385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fwrite()</a:t>
            </a:r>
            <a:r>
              <a:rPr sz="1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utilisée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écrire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ouvert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mode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écriture.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prend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tampon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mémoire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écrit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396875">
              <a:lnSpc>
                <a:spcPts val="1840"/>
              </a:lnSpc>
              <a:spcBef>
                <a:spcPts val="145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Syntaxe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:size_t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fwrite(const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void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*ptr,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size_t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size,</a:t>
            </a:r>
            <a:r>
              <a:rPr sz="16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size_t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count, </a:t>
            </a:r>
            <a:r>
              <a:rPr sz="1600" b="1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FILE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*stream);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ptr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pointeur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vers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données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écrire.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913255">
              <a:lnSpc>
                <a:spcPct val="169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taille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élément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écrire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octets).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count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nombre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d'éléments 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écrire.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stream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lequel écrire.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42875">
              <a:lnSpc>
                <a:spcPct val="96000"/>
              </a:lnSpc>
              <a:spcBef>
                <a:spcPts val="140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Valeur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retour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nombre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d'éléments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effectivement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écrits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(qui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peut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être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inférieur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count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l'espace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 disque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insuffisant).Si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produit, ferror()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peut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Exemple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:#include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&lt;stdio.h&gt;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main()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 marR="2291715">
              <a:lnSpc>
                <a:spcPct val="145000"/>
              </a:lnSpc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FILE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*file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=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fopen("exemple.txt",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"w");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(file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== NULL)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19100" marR="2169795">
              <a:lnSpc>
                <a:spcPct val="145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perror("Erreur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d'ouverture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fichier");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1;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7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64135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const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char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*text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=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"Hello,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World!\n";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97155" indent="203835">
              <a:lnSpc>
                <a:spcPct val="104000"/>
              </a:lnSpc>
              <a:spcBef>
                <a:spcPts val="79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size_t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fwrite(text,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sizeof(char),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14,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file);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//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Écrire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14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caractères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 fichier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(n &lt;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14)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19100">
              <a:lnSpc>
                <a:spcPct val="100000"/>
              </a:lnSpc>
              <a:spcBef>
                <a:spcPts val="86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perror("Erreur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d'écriture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fichier");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764540"/>
            <a:ext cx="5607685" cy="444373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9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 marR="4436110">
              <a:lnSpc>
                <a:spcPct val="145000"/>
              </a:lnSpc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; 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0;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634365" indent="304800">
              <a:lnSpc>
                <a:spcPct val="103000"/>
              </a:lnSpc>
              <a:spcBef>
                <a:spcPts val="80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b-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matériels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sous </a:t>
            </a:r>
            <a:r>
              <a:rPr sz="1600" b="1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Unix/Linux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exemple 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code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4000"/>
              </a:lnSpc>
              <a:spcBef>
                <a:spcPts val="79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Utilisation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open(),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read(),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write(),</a:t>
            </a:r>
            <a:r>
              <a:rPr sz="16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close()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interagir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73025">
              <a:lnSpc>
                <a:spcPct val="103000"/>
              </a:lnSpc>
              <a:spcBef>
                <a:spcPts val="800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Sous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Unix/Linux, 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 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gérées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principalement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mécanisme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d'erreur,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qui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ensuite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accessibles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via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variable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globale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Lorsqu'un appel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échoue,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retourne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généralement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-1,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variable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mise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jour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refléter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spécifique.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Quelques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courantes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liées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5060" y="5930138"/>
            <a:ext cx="8382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Symbol" panose="05050102010706020507"/>
                <a:cs typeface="Symbol" panose="05050102010706020507"/>
              </a:rPr>
              <a:t></a:t>
            </a:r>
            <a:endParaRPr sz="1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5060" y="5351018"/>
            <a:ext cx="5530215" cy="304228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41300" marR="111125" indent="-228600">
              <a:lnSpc>
                <a:spcPct val="103000"/>
              </a:lnSpc>
              <a:spcBef>
                <a:spcPts val="35"/>
              </a:spcBef>
              <a:buSzPct val="63000"/>
              <a:buFont typeface="Symbol" panose="05050102010706020507"/>
              <a:buChar char=""/>
              <a:tabLst>
                <a:tab pos="240665" algn="l"/>
                <a:tab pos="241300" algn="l"/>
              </a:tabLst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EIO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(Erreur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d'entrée/sortie)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indique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matérielle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la lecture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l'écriture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marR="5080">
              <a:lnSpc>
                <a:spcPct val="103000"/>
              </a:lnSpc>
              <a:spcBef>
                <a:spcPts val="1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ENOTTY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(Type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d'appareil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non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approprié)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vous essayez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d'effectuer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opération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périphérique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supporte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cette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opération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(par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essayer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qui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n'est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marR="81280" indent="-228600">
              <a:lnSpc>
                <a:spcPct val="103000"/>
              </a:lnSpc>
              <a:spcBef>
                <a:spcPts val="5"/>
              </a:spcBef>
              <a:buSzPct val="63000"/>
              <a:buFont typeface="Symbol" panose="05050102010706020507"/>
              <a:buChar char=""/>
              <a:tabLst>
                <a:tab pos="240665" algn="l"/>
                <a:tab pos="241300" algn="l"/>
              </a:tabLst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EBUSY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(Périphérique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occupé)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Cela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produire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lorsqu'un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déjà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d'utilisation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qu'une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autre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opération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tente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d'y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accéder.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240665" algn="l"/>
                <a:tab pos="241300" algn="l"/>
              </a:tabLst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ENODEV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(Pas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périphérique)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Cela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produit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 vous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tentez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marR="452755">
              <a:lnSpc>
                <a:spcPct val="103000"/>
              </a:lnSpc>
              <a:spcBef>
                <a:spcPts val="1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d'accéder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périphérique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n'existe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n'est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connecté.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460" y="8554466"/>
            <a:ext cx="5701030" cy="114808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211455" indent="101600">
              <a:lnSpc>
                <a:spcPts val="1840"/>
              </a:lnSpc>
              <a:spcBef>
                <a:spcPts val="22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Voici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donc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quelques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exemple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d'erreurs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avec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open(), </a:t>
            </a:r>
            <a:r>
              <a:rPr sz="1600" b="1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read(),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write()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1850"/>
              </a:lnSpc>
              <a:spcBef>
                <a:spcPts val="139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Prenons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simple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où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nous essayons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d'ouvrir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spécial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(représentant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périphérique)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effectuer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opération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668010" cy="892492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22225">
              <a:lnSpc>
                <a:spcPts val="1820"/>
              </a:lnSpc>
              <a:spcBef>
                <a:spcPts val="24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lecture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d'écriture.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d'erreur,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nous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allons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afficher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utilisant perror()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strerror().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Exemple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Lecture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d'un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périphérique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bloc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(disque)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96000"/>
              </a:lnSpc>
              <a:spcBef>
                <a:spcPts val="139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Supposons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nous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voulons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partir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disque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d'un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autre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bloc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(par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/dev/sda).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Voici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simple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gestion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erreurs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appel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lecture.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4017645">
              <a:lnSpc>
                <a:spcPct val="145000"/>
              </a:lnSpc>
              <a:spcBef>
                <a:spcPts val="45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#include &lt;stdio.h&gt;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#include &lt;stdlib.h&gt;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#include &lt;fcntl.h&gt;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#include &lt;unistd.h&gt; </a:t>
            </a:r>
            <a:r>
              <a:rPr sz="1600" spc="-3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#include &lt;errno.h&gt;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main() 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fd;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char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buffer[512];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// Taille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 bloc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lecture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typique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 marR="309880">
              <a:lnSpc>
                <a:spcPct val="145000"/>
              </a:lnSpc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fd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=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open("/dev/sda",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O_RDONLY);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//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Ouvrir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lecture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seule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(fd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==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-1)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19100" marR="1016000">
              <a:lnSpc>
                <a:spcPct val="145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perror("Erreur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l'ouverture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périphérique");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1;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7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 marR="1252220">
              <a:lnSpc>
                <a:spcPct val="145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ssize_t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bytesRead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read(fd,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buffer,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sizeof(buffer));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(bytesRead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== -1)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19100" marR="1137920">
              <a:lnSpc>
                <a:spcPct val="145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perror("Erreur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lecture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périphérique");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close(fd);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19100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1;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6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8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printf("Données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lues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%zd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octets\n",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bytesRead);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764540"/>
            <a:ext cx="5777865" cy="893953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419100">
              <a:lnSpc>
                <a:spcPct val="100000"/>
              </a:lnSpc>
              <a:spcBef>
                <a:spcPts val="9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(close(fd)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==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-1) 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19100" marR="1009650">
              <a:lnSpc>
                <a:spcPct val="145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perror("Erreur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fermeture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périphérique");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1;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6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0;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Explication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du code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04775">
              <a:lnSpc>
                <a:spcPct val="96000"/>
              </a:lnSpc>
              <a:spcBef>
                <a:spcPts val="140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open("/dev/sda",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O_RDONLY)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Nous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ouvrons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bloc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(comme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/dev/sda,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pourrait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disque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dur)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lecture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seule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(O_RDONLY).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n'est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accessible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erreur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permission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survient,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open()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échouera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retournera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-1,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errno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mis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jour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approprié.Nous lisons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bloc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512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octets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du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lecture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échoue, read()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retournera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mettra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jour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errno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code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correspondant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(par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EIO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 rencontrée).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132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c-Exemple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réseau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(via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sockets)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96000"/>
              </a:lnSpc>
              <a:spcBef>
                <a:spcPts val="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communiquent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souvent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via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sockets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échanger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données.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programmation,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socket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point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terminaison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communication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bidirectionnelle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deux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machines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processus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réseau. 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simple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l'utilisation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sockets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peut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illustré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client,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où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serveur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écoute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port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spécifique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client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connecte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port 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échanger des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informations.Voici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exemple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simple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Python,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utilisant 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sockets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créer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communication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serveur-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client: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(écoute 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connexions entrantes)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import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socket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Créer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socket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TCP/IP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721485">
              <a:lnSpc>
                <a:spcPct val="103000"/>
              </a:lnSpc>
              <a:spcBef>
                <a:spcPts val="80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serveur_socket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socket.socket(socket.AF_INET,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socket.SOCK_STREAM)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764540"/>
            <a:ext cx="5674360" cy="537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65580">
              <a:lnSpc>
                <a:spcPct val="145000"/>
              </a:lnSpc>
              <a:spcBef>
                <a:spcPts val="10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socket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adresse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port spécifiques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serveur_socket.bind(('localhost',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12345))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83515">
              <a:lnSpc>
                <a:spcPct val="14500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Écouter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connexions entrantes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serveur_socket.listen(1)print("Serveur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attente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connexions...")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Accepter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connexion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(attendre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qu'un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client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 connecte)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219835">
              <a:lnSpc>
                <a:spcPct val="103000"/>
              </a:lnSpc>
              <a:spcBef>
                <a:spcPts val="80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client_socket, client_address =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serveur_socket.accept()print(f"Connexion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établie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{client_address}")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 Recevoir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données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client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3000"/>
              </a:lnSpc>
              <a:spcBef>
                <a:spcPts val="80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client_socket.recv(1024).decode()print(f"Message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reçu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client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{message}")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2214880">
              <a:lnSpc>
                <a:spcPct val="145000"/>
              </a:lnSpc>
              <a:spcBef>
                <a:spcPts val="1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 Envoyer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réponse au client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client_socket.sendall(b"Bonjour,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client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!")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# Fermer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 connexion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client_socket.close()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serveur_socket.close()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68680"/>
            <a:ext cx="5786755" cy="873315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20"/>
              </a:spcBef>
              <a:buAutoNum type="romanUcPeriod" startAt="4"/>
              <a:tabLst>
                <a:tab pos="392430" algn="l"/>
              </a:tabLst>
            </a:pP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Stratégies</a:t>
            </a:r>
            <a:r>
              <a:rPr sz="2000" b="1" u="heavy" spc="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avancées</a:t>
            </a:r>
            <a:r>
              <a:rPr sz="2000" b="1" u="heavy" spc="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2000" b="1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2000" b="1" u="heavy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2000" b="1" u="heavy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2000" b="1" u="heavy" spc="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2000" b="1" u="heavy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2000" b="1" spc="-484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périphériques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000FF"/>
              </a:buClr>
              <a:buFont typeface="Times New Roman" panose="02020603050405020304"/>
              <a:buAutoNum type="romanUcPeriod" startAt="4"/>
            </a:pP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284480" lvl="1" indent="-170815">
              <a:lnSpc>
                <a:spcPct val="100000"/>
              </a:lnSpc>
              <a:buSzPct val="94000"/>
              <a:buAutoNum type="arabicPlain"/>
              <a:tabLst>
                <a:tab pos="285115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Stratégies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récupération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97155">
              <a:lnSpc>
                <a:spcPct val="103000"/>
              </a:lnSpc>
              <a:spcBef>
                <a:spcPts val="800"/>
              </a:spcBef>
            </a:pP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Tentatives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multiples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(retries)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Parfois,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d’essayer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nouveau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opération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après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une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erreur,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surtout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temporaires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(ex.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connexion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84480" lvl="1" indent="-170815">
              <a:lnSpc>
                <a:spcPct val="100000"/>
              </a:lnSpc>
              <a:spcBef>
                <a:spcPts val="865"/>
              </a:spcBef>
              <a:buSzPct val="94000"/>
              <a:buAutoNum type="arabicPlain" startAt="2"/>
              <a:tabLst>
                <a:tab pos="285115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Redémarrage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réinitialisation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2700" marR="107315">
              <a:lnSpc>
                <a:spcPct val="96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a-Gérer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pannes matérielles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tentant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réinitialiser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d'abandonner.Voici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approche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systématique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gérer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pannes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commençant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réinitialisation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Identifier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panne,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Réinitialisation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basique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(soft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reset),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Réinitialisation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matérielle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(hard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reset)</a:t>
            </a:r>
            <a:r>
              <a:rPr sz="16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 </a:t>
            </a:r>
            <a:r>
              <a:rPr sz="1600" b="1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matérielles,Consulter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 manuels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ou documentation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technique,Essayer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remplacement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réparation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enfin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ernière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étape est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d’abandonner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(si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nécessaire)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b-Logs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d’erreurs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surveillance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372110">
              <a:lnSpc>
                <a:spcPct val="103000"/>
              </a:lnSpc>
              <a:spcBef>
                <a:spcPts val="82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Importance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consigner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journaux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log pour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faciliter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 diagnostic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 maintenance;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Intégration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d’outils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surveillance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(ex.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syslog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sous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Linux);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Utilisation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d'outils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bibliothèques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externes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1430">
              <a:lnSpc>
                <a:spcPct val="103000"/>
              </a:lnSpc>
              <a:spcBef>
                <a:spcPts val="80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L'utilisation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d'outils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bibliothèques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externes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élément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clé dans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pannes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matérielles,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particulièrement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diagnostic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réparation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périphériques.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Voici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quelques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outils: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Outils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intégrés (pour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systèmes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d'exploitation),Utilisation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bibliothèques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externes</a:t>
            </a:r>
            <a:r>
              <a:rPr sz="16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diagnostic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matériel,Outils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externe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exemples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d'outils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externes populaires.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Ces outils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peuvent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 utilisés pour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analyser,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tester,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résoudre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sans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avoir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ouvrir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physiquement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l'appareil.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835650" cy="84601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311785">
              <a:lnSpc>
                <a:spcPct val="103000"/>
              </a:lnSpc>
              <a:spcBef>
                <a:spcPts val="3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e-Présentation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d’outils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comme</a:t>
            </a:r>
            <a:r>
              <a:rPr sz="16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dmesg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inspecter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 </a:t>
            </a:r>
            <a:r>
              <a:rPr sz="1600" b="1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noyau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liées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sous Linux: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2700" marR="142875">
              <a:lnSpc>
                <a:spcPct val="96000"/>
              </a:lnSpc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commande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dmesg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(diagnostic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message)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utilisée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afficher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noyau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messages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générés lors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du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démarrage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pendant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fonctionnement. Ces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contiennent des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essentielles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l'initialisation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ainsi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que sur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éventuelles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1840"/>
              </a:lnSpc>
              <a:spcBef>
                <a:spcPts val="5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liées.Les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 stockés dans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tampon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circulaire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mémoire,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garder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trace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événements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récents.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Cependant,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fois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que 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tampon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plein, les anciens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écrasés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78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nouveaux.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314960">
              <a:lnSpc>
                <a:spcPct val="104000"/>
              </a:lnSpc>
              <a:spcBef>
                <a:spcPts val="1245"/>
              </a:spcBef>
              <a:buSzPct val="94000"/>
              <a:buAutoNum type="alphaLcPeriod" startAt="6"/>
              <a:tabLst>
                <a:tab pos="147955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Bibliothèques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comme</a:t>
            </a:r>
            <a:r>
              <a:rPr sz="1600" b="1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libusb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périphériques </a:t>
            </a:r>
            <a:r>
              <a:rPr sz="1600" b="1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USB,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libpcap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l'analyse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réseau: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84785">
              <a:lnSpc>
                <a:spcPct val="103000"/>
              </a:lnSpc>
              <a:spcBef>
                <a:spcPts val="80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bibliothèques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libusb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libpcap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outils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puissants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interagir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USB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analyser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trafic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sous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Linux. Elles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permettent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créer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applications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peuvent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manipuler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niveau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inspecter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paquets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réseau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temps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réel.Par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exemple,libusb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bibliothèque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open-source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fournit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interface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interagir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USB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niveau.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écrire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applications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capables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communiquer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USB,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soit pour 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 (clés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USB,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imprimantes,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caméras,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etc.)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récupération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d'informations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détaillées.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Applications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typiques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libusb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25095" lvl="1" indent="-228600">
              <a:lnSpc>
                <a:spcPct val="103000"/>
              </a:lnSpc>
              <a:spcBef>
                <a:spcPts val="125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Communication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avec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USB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Comme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stockage,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appareils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photo,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cartes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audio,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imprimantes,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scanners,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lvl="1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Développement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d'applications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USB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310515">
              <a:lnSpc>
                <a:spcPct val="103000"/>
              </a:lnSpc>
              <a:spcBef>
                <a:spcPts val="1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non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standards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Comme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dispositifs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USB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personnalisés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outils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diagnostic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USB.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68680"/>
            <a:ext cx="5788025" cy="880935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917700" marR="5080" indent="-1905000">
              <a:lnSpc>
                <a:spcPct val="103000"/>
              </a:lnSpc>
              <a:spcBef>
                <a:spcPts val="20"/>
              </a:spcBef>
            </a:pPr>
            <a:r>
              <a:rPr sz="2000" b="1" spc="-12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V.</a:t>
            </a:r>
            <a:r>
              <a:rPr sz="2000" b="1" spc="-9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Exemples</a:t>
            </a:r>
            <a:r>
              <a:rPr sz="2000" b="1" spc="29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d’application</a:t>
            </a:r>
            <a:r>
              <a:rPr sz="2000" b="1" spc="28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2000" b="1" spc="28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2000" b="1" spc="28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2000" b="1" spc="27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2000" b="1" spc="27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erreurs </a:t>
            </a:r>
            <a:r>
              <a:rPr sz="2000" b="1" spc="-484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périphériques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Cas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d’utilisation 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1-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d'un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disque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dur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Diagnostic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 erreurs du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disque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dur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295910">
              <a:lnSpc>
                <a:spcPts val="1840"/>
              </a:lnSpc>
              <a:spcBef>
                <a:spcPts val="144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outils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plus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diagnostiquer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l'état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sous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Linux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 smartctl,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fait partie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smartmontools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75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(Self-Monitoring,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Analysis,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Reporting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Technology)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219075">
              <a:lnSpc>
                <a:spcPct val="96000"/>
              </a:lnSpc>
              <a:spcBef>
                <a:spcPts val="45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technologie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qui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surveille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l'état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SSD.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utilisant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cette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technologie,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vous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pouvez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obtenir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informations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potentielles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qu'elles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deviennent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critiques.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206375" indent="63500">
              <a:lnSpc>
                <a:spcPts val="1840"/>
              </a:lnSpc>
              <a:spcBef>
                <a:spcPts val="145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Utilisation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dmesg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détecter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noyau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liées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 </a:t>
            </a:r>
            <a:r>
              <a:rPr sz="1600" b="1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disque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95885">
              <a:lnSpc>
                <a:spcPct val="103000"/>
              </a:lnSpc>
              <a:spcBef>
                <a:spcPts val="120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premier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réflexe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disque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consulter 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logs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noyau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via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dmesg. 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dur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présente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vous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trouverez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souvent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logs.Ces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peuvent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indiquer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problème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lecture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secteur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particulier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disque.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UNC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(Uncorrectable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Error)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signifie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généralement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qu'un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secteur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n'a pas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être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lu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qu'il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n'a pas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corrigé.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 panose="02020603050405020304"/>
              <a:cs typeface="Times New Roman" panose="02020603050405020304"/>
            </a:endParaRPr>
          </a:p>
          <a:p>
            <a:pPr marL="12700" marR="91440">
              <a:lnSpc>
                <a:spcPts val="184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L’utilisation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smartctl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l'état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disque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smartctl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récupérer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informations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détecter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potentielles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 qu'elles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deviennent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fatales.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7150">
              <a:lnSpc>
                <a:spcPct val="96000"/>
              </a:lnSpc>
              <a:spcBef>
                <a:spcPts val="134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lecture/écriture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hdparm: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hdparm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utilitaire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performances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d'un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mais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également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erreurs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physiques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d'interface.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73025">
              <a:lnSpc>
                <a:spcPct val="96000"/>
              </a:lnSpc>
              <a:spcBef>
                <a:spcPts val="140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Résolution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erreurs: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fois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identifiées,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plusieurs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actions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peuvent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être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entreprises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résoudre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atténuer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 devienne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complètement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inutilisable.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80405" cy="839914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ct val="96000"/>
              </a:lnSpc>
              <a:spcBef>
                <a:spcPts val="17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Réparer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secteurs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défectueux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badblocks: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logs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SMART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dmesg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indiquent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secteurs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défectueux,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vous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pouvez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l'outil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badblocks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rechercher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secteurs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défectueux et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tenter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réparer.Cela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analyse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chaque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secteur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secteurs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défectueux.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Attention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L'option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réparation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automatique (via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e2fsck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 exemple)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entraîner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perte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 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secteurs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défectueux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 dans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zones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critiques.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71120">
              <a:lnSpc>
                <a:spcPct val="96000"/>
              </a:lnSpc>
              <a:spcBef>
                <a:spcPts val="140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Rebâtir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table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partition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reformater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disque: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secteurs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réparables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identifiées, vous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pouvez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contraint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reformater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effacera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toutes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621030">
              <a:lnSpc>
                <a:spcPts val="1840"/>
              </a:lnSpc>
              <a:spcBef>
                <a:spcPts val="4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fois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reformaté,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vous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pouvez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essayer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récupérer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certaines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 avec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outils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testdisk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photorec.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12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 erreurs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d’une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imprimante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52400" marR="27305">
              <a:lnSpc>
                <a:spcPct val="96000"/>
              </a:lnSpc>
              <a:spcBef>
                <a:spcPts val="140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 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d’une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imprimante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sous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Linux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repose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plusieurs outils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mécanismes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permettant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diagnostiquer et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résoudre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logiciels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configuration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peuvent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survenir.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outils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incluent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files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d'attente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d'impression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(comme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CUPS),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logs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(via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dmesg),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ainsi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outils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spécifiques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interagir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imprimantes.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5265" marR="158115">
              <a:lnSpc>
                <a:spcPct val="96000"/>
              </a:lnSpc>
              <a:spcBef>
                <a:spcPts val="140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CUPS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d'impression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standard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plupart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distributions Linux.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gérer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d'attente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d'impression,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configuration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imprimantes,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pilotes. Il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fournit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également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interface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surveiller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résoudre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d’impression.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indent="-228600">
              <a:lnSpc>
                <a:spcPct val="100000"/>
              </a:lnSpc>
              <a:spcBef>
                <a:spcPts val="132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interface de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CUPS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244475">
              <a:lnSpc>
                <a:spcPct val="103000"/>
              </a:lnSpc>
              <a:spcBef>
                <a:spcPts val="1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L'interface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CUPS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gérer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imprimantes,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travaux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d'impression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visualiser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2700" marR="48260">
              <a:lnSpc>
                <a:spcPct val="96000"/>
              </a:lnSpc>
              <a:spcBef>
                <a:spcPts val="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CUPS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garde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journaux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détaillant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événements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d’impression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erreurs.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logs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peuvent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être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essentiels 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identifier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tels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communication,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configuration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63260" cy="7446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70"/>
              </a:lnSpc>
              <a:spcBef>
                <a:spcPts val="9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Logs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CUPS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logs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CUPS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sont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souvent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situés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83515">
              <a:lnSpc>
                <a:spcPct val="96000"/>
              </a:lnSpc>
              <a:spcBef>
                <a:spcPts val="3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/var/log/cups/.On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examiner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voir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spécifiques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liées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imprimantes;les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courantes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qu’on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pourraient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rencontrer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sont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4000"/>
              </a:lnSpc>
              <a:spcBef>
                <a:spcPts val="125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d’imprimante</a:t>
            </a:r>
            <a:r>
              <a:rPr sz="16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hors ligne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Cela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indiquer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connexion réseau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USB.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381000">
              <a:lnSpc>
                <a:spcPct val="103000"/>
              </a:lnSpc>
              <a:spcBef>
                <a:spcPts val="140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 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communication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le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serveur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d'impression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Cela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pourrait être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lié 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problème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 service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CUPS.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 panose="02020603050405020304"/>
              <a:cs typeface="Times New Roman" panose="02020603050405020304"/>
            </a:endParaRPr>
          </a:p>
          <a:p>
            <a:pPr marL="12700" marR="150495">
              <a:lnSpc>
                <a:spcPct val="96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Logs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dmesg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Vous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pouvez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également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dmesg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liées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imprimantes.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l'imprimante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connectée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via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USB,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vous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pouvez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rechercher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concernant 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132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3-Gestion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réseau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2700" marR="26670">
              <a:lnSpc>
                <a:spcPct val="96000"/>
              </a:lnSpc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sous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Linux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consiste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diagnostiquer,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isoler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résoudre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liés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connectivité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peuvent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liées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divers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facteurs, comme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configuration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défaillances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matérielles,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routage, 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protocole,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encore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pare-feu.Voici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quelques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outils: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43180" indent="51435">
              <a:lnSpc>
                <a:spcPct val="96000"/>
              </a:lnSpc>
              <a:spcBef>
                <a:spcPts val="140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L'outil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ping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permet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tester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connectivité réseau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votre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machine 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machine sur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site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internet.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envoie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paquets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ICMP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Echo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Request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attend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réponses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(ICMP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Echo Reply);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06680">
              <a:lnSpc>
                <a:spcPct val="96000"/>
              </a:lnSpc>
              <a:spcBef>
                <a:spcPts val="140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commande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ifconfig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permettent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l'état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interfaces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votre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affichant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interfaces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état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(adresse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IP,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état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l'interface,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etc.).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68680"/>
            <a:ext cx="5781675" cy="8640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VI.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Bonnes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pratiques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2000" b="1" spc="-5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2000" b="1" spc="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erreurs 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917700">
              <a:lnSpc>
                <a:spcPct val="100000"/>
              </a:lnSpc>
              <a:spcBef>
                <a:spcPts val="85"/>
              </a:spcBef>
            </a:pP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périphériques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82880" indent="-170815">
              <a:lnSpc>
                <a:spcPct val="100000"/>
              </a:lnSpc>
              <a:spcBef>
                <a:spcPts val="915"/>
              </a:spcBef>
              <a:buSzPct val="94000"/>
              <a:buAutoNum type="arabicPlain"/>
              <a:tabLst>
                <a:tab pos="183515" algn="l"/>
              </a:tabLst>
            </a:pP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contrôle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entrées/sorties: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 panose="02020603050405020304"/>
              <a:buAutoNum type="arabicPlain"/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96000"/>
              </a:lnSpc>
              <a:spcBef>
                <a:spcPts val="5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contrôle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entrées/sorties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(I/O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validation)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sont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concepts essentiels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informatique,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particulièrement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développement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d'applications,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logiciels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systèmes.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processus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visent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s'assurer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envoyées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(entrées)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reçues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celui-ci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(sorties)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correctes,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conformes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attentes,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sécurisées.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Voici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aperçu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concepts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dans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différents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contextes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  <a:spcBef>
                <a:spcPts val="1320"/>
              </a:spcBef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a.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Entrées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(Input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Validation)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89535">
              <a:lnSpc>
                <a:spcPct val="96000"/>
              </a:lnSpc>
              <a:spcBef>
                <a:spcPts val="140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fait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référence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processus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qui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consiste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saisies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envoyées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externe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respectent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format,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plage,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type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règle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spécifique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d’être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traitées.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78105" lvl="1" indent="-228600">
              <a:lnSpc>
                <a:spcPct val="103000"/>
              </a:lnSpc>
              <a:spcBef>
                <a:spcPts val="126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Éviter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s'assurant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cohérentes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attentes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programme.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760095" lvl="1" indent="-228600">
              <a:lnSpc>
                <a:spcPts val="1990"/>
              </a:lnSpc>
              <a:spcBef>
                <a:spcPts val="6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Renforcer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sécurité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prévenant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attaques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l'injection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SQL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scripts malveillants.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Techniques 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validation 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entrées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419100" lvl="1" indent="-228600" algn="just">
              <a:lnSpc>
                <a:spcPct val="103000"/>
              </a:lnSpc>
              <a:spcBef>
                <a:spcPts val="1255"/>
              </a:spcBef>
              <a:buSzPct val="63000"/>
              <a:buFont typeface="Symbol" panose="05050102010706020507"/>
              <a:buChar char=""/>
              <a:tabLst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Vérification du type de donnée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S'assurer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données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saisies correspondent au type attendu (par exemple, vérifier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qu'un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champ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numérique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contient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bien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nombre).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12395" lvl="1" indent="-228600">
              <a:lnSpc>
                <a:spcPct val="103000"/>
              </a:lnSpc>
              <a:spcBef>
                <a:spcPts val="1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Vérification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format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chaînes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texte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(email,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date,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etc.),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s'assurer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qu'elles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respectent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format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attendu.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373380" lvl="1" indent="-228600">
              <a:lnSpc>
                <a:spcPts val="1990"/>
              </a:lnSpc>
              <a:spcBef>
                <a:spcPts val="6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Plage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valeur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limite</a:t>
            </a:r>
            <a:r>
              <a:rPr sz="16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entrées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numériques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plage acceptable.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lvl="1" indent="-228600">
              <a:lnSpc>
                <a:spcPts val="1905"/>
              </a:lnSpc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Liste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blanche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/ Liste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noire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listes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valeurs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 de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678180">
              <a:lnSpc>
                <a:spcPct val="103000"/>
              </a:lnSpc>
              <a:spcBef>
                <a:spcPts val="1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caractères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acceptables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(liste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blanche)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interdire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certains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caractères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(liste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noire).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67070" cy="8761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Exemple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402590" indent="-228600">
              <a:lnSpc>
                <a:spcPct val="104000"/>
              </a:lnSpc>
              <a:spcBef>
                <a:spcPts val="123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champ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saisie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date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pourrait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validé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qu’il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respecte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format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"JJ/MM/AAAA".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b.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Contrôle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Sorties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(Output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Control)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37160">
              <a:lnSpc>
                <a:spcPts val="1840"/>
              </a:lnSpc>
              <a:spcBef>
                <a:spcPts val="1445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contrôle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sorties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concerne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envoyées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programme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vers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inclut 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570865" indent="-228600" algn="just">
              <a:lnSpc>
                <a:spcPct val="103000"/>
              </a:lnSpc>
              <a:spcBef>
                <a:spcPts val="1205"/>
              </a:spcBef>
              <a:buSzPct val="63000"/>
              <a:buFont typeface="Symbol" panose="05050102010706020507"/>
              <a:buChar char=""/>
              <a:tabLst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Affichage des résultats de manière claire et cohérente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S'assurer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données affichées sont bien formatées et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compréhensibles.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30810" indent="-228600">
              <a:lnSpc>
                <a:spcPct val="103000"/>
              </a:lnSpc>
              <a:spcBef>
                <a:spcPts val="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Prévention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fuites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sensibles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informations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sensibles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doivent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correctement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masquées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supprimées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 d’être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envoyées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sortie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(par exemple,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mots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passe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numéros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carte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bancaire).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228600">
              <a:lnSpc>
                <a:spcPts val="1990"/>
              </a:lnSpc>
              <a:spcBef>
                <a:spcPts val="7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Limitation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informations retournées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Ne pas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exposer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d'informations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trop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détaillées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pourraient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faciliter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attaque.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Techniques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contrôle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 sorties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312420" indent="-228600" algn="just">
              <a:lnSpc>
                <a:spcPct val="103000"/>
              </a:lnSpc>
              <a:spcBef>
                <a:spcPts val="1255"/>
              </a:spcBef>
              <a:buSzPct val="63000"/>
              <a:buFont typeface="Symbol" panose="05050102010706020507"/>
              <a:buChar char=""/>
              <a:tabLst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Encodage des sorties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Par exemple, échapper les caractères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spéciaux pour éviter les attaques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type Cross-Site Scripting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(XSS)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les applications web.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519430" indent="-228600" algn="just">
              <a:lnSpc>
                <a:spcPts val="1990"/>
              </a:lnSpc>
              <a:spcBef>
                <a:spcPts val="65"/>
              </a:spcBef>
              <a:buSzPct val="63000"/>
              <a:buFont typeface="Symbol" panose="05050102010706020507"/>
              <a:buChar char=""/>
              <a:tabLst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Filtrage des sorties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Appliquer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règles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excluent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modifient certaines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 avant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affichage.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29845">
              <a:lnSpc>
                <a:spcPts val="1840"/>
              </a:lnSpc>
              <a:spcBef>
                <a:spcPts val="1515"/>
              </a:spcBef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c.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Contrôle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Entrées/Sorties</a:t>
            </a:r>
            <a:r>
              <a:rPr sz="16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Applications </a:t>
            </a:r>
            <a:r>
              <a:rPr sz="1600" b="1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Web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351155">
              <a:lnSpc>
                <a:spcPts val="1850"/>
              </a:lnSpc>
              <a:spcBef>
                <a:spcPts val="139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cadre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applications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web,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contrôle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entrées/sorties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jouent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rôle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crucial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75565" indent="-228600">
              <a:lnSpc>
                <a:spcPct val="103000"/>
              </a:lnSpc>
              <a:spcBef>
                <a:spcPts val="120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Protéger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contre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attaques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XSS et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CSRF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Ces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attaques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exploitent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failles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dans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entrées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sorties.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donc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essentiel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d'encapsuler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d'échapper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correctement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sorties.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835650" cy="870712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69900" marR="333375" indent="-228600">
              <a:lnSpc>
                <a:spcPct val="103000"/>
              </a:lnSpc>
              <a:spcBef>
                <a:spcPts val="3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Assurer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l'intégrité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qu'un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soumet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passe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répond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certaines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exigences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sécurité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(longueur,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complexité).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265430" indent="-228600">
              <a:lnSpc>
                <a:spcPct val="103000"/>
              </a:lnSpc>
              <a:spcBef>
                <a:spcPts val="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Limiter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accès à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 données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sensibles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s'assurer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seules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personnes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autorisées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peuvent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accéder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à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informations spécifiques.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d.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Entrées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Contrôle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Sorties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API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80340">
              <a:lnSpc>
                <a:spcPts val="1840"/>
              </a:lnSpc>
              <a:spcBef>
                <a:spcPts val="145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API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(interfaces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programmation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d'applications)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communiquent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souvent avec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d'autres systèmes.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essentiel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228600">
              <a:lnSpc>
                <a:spcPct val="103000"/>
              </a:lnSpc>
              <a:spcBef>
                <a:spcPts val="120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Valider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paramètres</a:t>
            </a:r>
            <a:r>
              <a:rPr sz="16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d'entrée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requêtes</a:t>
            </a:r>
            <a:r>
              <a:rPr sz="16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API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(format,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type,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longueur)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afin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d'éviter 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comportements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inattendus.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335915" indent="-228600">
              <a:lnSpc>
                <a:spcPts val="1990"/>
              </a:lnSpc>
              <a:spcBef>
                <a:spcPts val="7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sortie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surtout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sont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dans 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autre service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exposées à l'utilisateur, pour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éviter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fuite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d'informations sensibles.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2-Gestion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proactive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2700" marR="127635">
              <a:lnSpc>
                <a:spcPct val="96000"/>
              </a:lnSpc>
              <a:spcBef>
                <a:spcPts val="5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 proactive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 erreurs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concept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clé en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développement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logiciel,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consiste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anticiper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prévenir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qu'elles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ne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produisent,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plutôt que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simplement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réagir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fois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qu'elles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surviennent. Cela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d'améliorer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fiabilité,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sécurité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l'expérience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application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61925">
              <a:lnSpc>
                <a:spcPts val="1850"/>
              </a:lnSpc>
              <a:spcBef>
                <a:spcPts val="3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Voici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guide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détaillé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implique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mettre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œuvre efficacement.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A.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Principe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proactive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62865">
              <a:lnSpc>
                <a:spcPct val="96000"/>
              </a:lnSpc>
              <a:spcBef>
                <a:spcPts val="140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proactive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implique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prévoir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potentielles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mettre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place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mécanismes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prévenir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traiter</a:t>
            </a:r>
            <a:r>
              <a:rPr sz="16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dès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leur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apparition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manière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contrôlée.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Plutôt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que 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laisser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échouer brusquement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simplement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signaler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 l'utilisateur,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approche proactive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vise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à: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indent="-228600">
              <a:lnSpc>
                <a:spcPct val="100000"/>
              </a:lnSpc>
              <a:spcBef>
                <a:spcPts val="132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Anticiper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types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peuvent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survenir.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835650" cy="872553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69900" marR="271780" indent="-228600">
              <a:lnSpc>
                <a:spcPct val="103000"/>
              </a:lnSpc>
              <a:spcBef>
                <a:spcPts val="3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Mettre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place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garde-fous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éviter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produisent.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613410" indent="-228600">
              <a:lnSpc>
                <a:spcPts val="1990"/>
              </a:lnSpc>
              <a:spcBef>
                <a:spcPts val="6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Avertir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corriger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problèmes</a:t>
            </a:r>
            <a:r>
              <a:rPr sz="16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qu'ils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n'affectent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l'utilisateur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final.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B.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Pratiques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proactive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17500" indent="-203200">
              <a:lnSpc>
                <a:spcPct val="100000"/>
              </a:lnSpc>
              <a:spcBef>
                <a:spcPts val="1320"/>
              </a:spcBef>
              <a:buFont typeface="Times New Roman" panose="02020603050405020304"/>
              <a:buAutoNum type="alphaLcPeriod"/>
              <a:tabLst>
                <a:tab pos="3175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alidation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 entrées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 sorties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80010">
              <a:lnSpc>
                <a:spcPct val="96000"/>
              </a:lnSpc>
              <a:spcBef>
                <a:spcPts val="140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L'un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moyens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plus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efficaces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prévenir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d'effectuer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stricte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qu'elles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soient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traitées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266065" lvl="1" indent="-228600">
              <a:lnSpc>
                <a:spcPct val="103000"/>
              </a:lnSpc>
              <a:spcBef>
                <a:spcPts val="126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entrées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reçues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d'un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 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format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correct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acceptable.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20015" lvl="1" indent="-228600">
              <a:lnSpc>
                <a:spcPct val="103000"/>
              </a:lnSpc>
              <a:spcBef>
                <a:spcPts val="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sorties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Contrôler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envoyées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client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autre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éviter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fuites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d’informations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sensibles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incohérences.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27660" indent="-213995">
              <a:lnSpc>
                <a:spcPct val="100000"/>
              </a:lnSpc>
              <a:spcBef>
                <a:spcPts val="1465"/>
              </a:spcBef>
              <a:buFont typeface="Times New Roman" panose="02020603050405020304"/>
              <a:buAutoNum type="alphaLcPeriod" startAt="2"/>
              <a:tabLst>
                <a:tab pos="328295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estion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exceptions et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 erreurs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1840"/>
              </a:lnSpc>
              <a:spcBef>
                <a:spcPts val="1450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Anticiper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types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peuvent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produire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base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données,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d'entrée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utilisateur,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etc.)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gérer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manière appropriée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77165" lvl="1" indent="-228600">
              <a:lnSpc>
                <a:spcPct val="103000"/>
              </a:lnSpc>
              <a:spcBef>
                <a:spcPts val="119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Utilisation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exceptions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exceptions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peuvent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être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utilisées 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capturer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éviter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programme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plante.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Toutefois,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cela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nécessite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fine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exceptions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éviter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cacher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importantes.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lvl="1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Exceptions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personnalisées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Créer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types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d’exceptions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414655">
              <a:lnSpc>
                <a:spcPct val="103000"/>
              </a:lnSpc>
              <a:spcBef>
                <a:spcPts val="1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personnalisées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situations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spécifiques,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afin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mieux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gérer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contextes particuliers.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06705" indent="-193040">
              <a:lnSpc>
                <a:spcPct val="100000"/>
              </a:lnSpc>
              <a:spcBef>
                <a:spcPts val="1465"/>
              </a:spcBef>
              <a:buFont typeface="Times New Roman" panose="02020603050405020304"/>
              <a:buAutoNum type="alphaLcPeriod" startAt="3"/>
              <a:tabLst>
                <a:tab pos="30734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tratégies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prévention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679450">
              <a:lnSpc>
                <a:spcPts val="1850"/>
              </a:lnSpc>
              <a:spcBef>
                <a:spcPts val="144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Certaines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peuvent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prévenues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grâce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stratégies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16270" cy="853630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469900" marR="5080" indent="-228600">
              <a:lnSpc>
                <a:spcPct val="103000"/>
              </a:lnSpc>
              <a:spcBef>
                <a:spcPts val="3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Vérification des préconditions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Avant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d’effectuer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opération, s'assurer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toutes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conditions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nécessaires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remplies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(par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qu'un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fichier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accessible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d’essayer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lire).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Verrouillage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ressources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éviter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90170">
              <a:lnSpc>
                <a:spcPct val="103000"/>
              </a:lnSpc>
              <a:spcBef>
                <a:spcPts val="1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liées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l'accès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simultané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mêmes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ressources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(verrouillage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bases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fichiers).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Rédundance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sauvegardes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Avoir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mécanismes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276225">
              <a:lnSpc>
                <a:spcPct val="103000"/>
              </a:lnSpc>
              <a:spcBef>
                <a:spcPts val="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sauvegarde 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redondance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puisse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récupérer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sans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perdre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(par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base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répliquée).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d.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Anticipation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utilisateurs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467360">
              <a:lnSpc>
                <a:spcPts val="1850"/>
              </a:lnSpc>
              <a:spcBef>
                <a:spcPts val="144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nombreux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échouent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raison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d'entrées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erronées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inattendues des utilisateurs.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99060" indent="-228600">
              <a:lnSpc>
                <a:spcPct val="103000"/>
              </a:lnSpc>
              <a:spcBef>
                <a:spcPts val="120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Interfaces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utilisateur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intuitives</a:t>
            </a:r>
            <a:r>
              <a:rPr sz="16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Concevoir 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interfaces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aident 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éviter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formulaires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champs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temps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réel.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9525" indent="-228600">
              <a:lnSpc>
                <a:spcPct val="103000"/>
              </a:lnSpc>
              <a:spcBef>
                <a:spcPts val="1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Messages d’erreur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clairs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Lorsqu'une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produit, le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doit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fournir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compréhensibles,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qui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indiquent clairement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nature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l'utilisateur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peut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 résoudre.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e.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Tests rigoureux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 couverture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 code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6510">
              <a:lnSpc>
                <a:spcPts val="1840"/>
              </a:lnSpc>
              <a:spcBef>
                <a:spcPts val="144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moyens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plus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efficaces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prévenir 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tester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systématiquement 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logiciel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pendant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son développement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67640" indent="-228600">
              <a:lnSpc>
                <a:spcPct val="104000"/>
              </a:lnSpc>
              <a:spcBef>
                <a:spcPts val="120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Tests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unitaires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Vérifier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chaque unité de code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fonctionne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correctement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isolant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composants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système.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615950" indent="-228600">
              <a:lnSpc>
                <a:spcPts val="1990"/>
              </a:lnSpc>
              <a:spcBef>
                <a:spcPts val="6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Tests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d'intégration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l'ensemble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système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fonctionne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bien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ensemble.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14935" indent="-228600">
              <a:lnSpc>
                <a:spcPts val="1980"/>
              </a:lnSpc>
              <a:spcBef>
                <a:spcPts val="1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Tests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charge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stress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Simuler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conditions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extrêmes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failles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système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sous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forte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charge.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52465" cy="858393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69900" marR="43180" indent="-228600">
              <a:lnSpc>
                <a:spcPct val="103000"/>
              </a:lnSpc>
              <a:spcBef>
                <a:spcPts val="3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Tests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sécurité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protégé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vulnérabilités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courantes.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f. Surveillance et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alertes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65735">
              <a:lnSpc>
                <a:spcPct val="96000"/>
              </a:lnSpc>
              <a:spcBef>
                <a:spcPts val="139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Mettre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place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outils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surveillance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mécanismes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d'alerte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qu'ils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n'affectent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325755" indent="-228600">
              <a:lnSpc>
                <a:spcPct val="103000"/>
              </a:lnSpc>
              <a:spcBef>
                <a:spcPts val="125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Surveillance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temps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réel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outils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New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Relic,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Prometheus,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Datadog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surveiller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santé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du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détecter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anomalies.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228600">
              <a:lnSpc>
                <a:spcPct val="103000"/>
              </a:lnSpc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Alertes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 journaux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d'erreurs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Configurer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alertes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vous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avertir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immédiatement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graves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79375">
              <a:lnSpc>
                <a:spcPct val="103000"/>
              </a:lnSpc>
              <a:spcBef>
                <a:spcPts val="15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performance.</a:t>
            </a:r>
            <a:r>
              <a:rPr sz="1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Analyser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journaux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détecter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récurrentes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potentiellement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préventives.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  <a:spcBef>
                <a:spcPts val="1465"/>
              </a:spcBef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g.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Mécanismes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récupération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automatique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57480">
              <a:lnSpc>
                <a:spcPct val="96000"/>
              </a:lnSpc>
              <a:spcBef>
                <a:spcPts val="139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certains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cas,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proactive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inclut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mise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place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mécanismes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permettant au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récupérer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automatiquement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d’erreurs.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11125" indent="-228600">
              <a:lnSpc>
                <a:spcPct val="103000"/>
              </a:lnSpc>
              <a:spcBef>
                <a:spcPts val="126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Redémarrage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automatique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critique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survient,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configuré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redémarrer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automatiquement.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27635" indent="-228600">
              <a:lnSpc>
                <a:spcPct val="103000"/>
              </a:lnSpc>
              <a:spcBef>
                <a:spcPts val="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Basculer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vers un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mode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dégradé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d'échec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fonctionnalité,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permettre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continuer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fonctionner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manière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partielle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plutôt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planter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complètement.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C.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bénéfices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proactive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32715" indent="-228600" algn="just">
              <a:lnSpc>
                <a:spcPct val="103000"/>
              </a:lnSpc>
              <a:spcBef>
                <a:spcPts val="1255"/>
              </a:spcBef>
              <a:buSzPct val="63000"/>
              <a:buFont typeface="Symbol" panose="05050102010706020507"/>
              <a:buChar char=""/>
              <a:tabLst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Réduction des pannes et des interruptions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anticipant les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erreurs, le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peut éviter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échecs soudains et réduire le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temps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d'arrêt.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indent="-228600" algn="just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Amélioration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sécurité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Prévenir 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dans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85090" algn="just">
              <a:lnSpc>
                <a:spcPct val="103000"/>
              </a:lnSpc>
              <a:spcBef>
                <a:spcPts val="1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validation des entrées, comme les attaques par injection, permet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renforcer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sécurité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globale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l’application.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84850" cy="892492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69900" marR="56515" indent="-228600">
              <a:lnSpc>
                <a:spcPct val="103000"/>
              </a:lnSpc>
              <a:spcBef>
                <a:spcPts val="3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Meilleure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expérience</a:t>
            </a:r>
            <a:r>
              <a:rPr sz="16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utilisateur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proactive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assure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l’utilisateur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rencontre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moins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plus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compréhensibles, 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qui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améliore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l'interaction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60655" indent="-228600">
              <a:lnSpc>
                <a:spcPct val="103000"/>
              </a:lnSpc>
              <a:spcBef>
                <a:spcPts val="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Optimisation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performances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identifiant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tôt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anomalies,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on peut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éviter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qu'elles n'entraînent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performance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majeurs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fuites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ressources.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 panose="02020603050405020304"/>
              <a:cs typeface="Times New Roman" panose="02020603050405020304"/>
            </a:endParaRPr>
          </a:p>
          <a:p>
            <a:pPr marL="12700" marR="413385">
              <a:lnSpc>
                <a:spcPts val="1840"/>
              </a:lnSpc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D.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Exemple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pratique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proactive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b="1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application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web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36830">
              <a:lnSpc>
                <a:spcPts val="1840"/>
              </a:lnSpc>
              <a:spcBef>
                <a:spcPts val="139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Prenons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l'exemple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application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commerce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ligne. Voici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proactive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pourrait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être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mise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œuvre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26035" indent="-228600">
              <a:lnSpc>
                <a:spcPct val="103000"/>
              </a:lnSpc>
              <a:spcBef>
                <a:spcPts val="120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entrées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S’assurer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l’adresse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e-mail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saisie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valide,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passe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respecte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critères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sécurité,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paiement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correctement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formatées.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3970" indent="-228600">
              <a:lnSpc>
                <a:spcPct val="103000"/>
              </a:lnSpc>
              <a:spcBef>
                <a:spcPts val="1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 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exceptions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erreur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connexion 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base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produit, l’application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pourrait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essayer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nouvelle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connexion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afficher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générique à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l'utilisateur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sans exposer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détails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techniques.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228600">
              <a:lnSpc>
                <a:spcPct val="103000"/>
              </a:lnSpc>
              <a:spcBef>
                <a:spcPts val="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Surveillance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Utilisation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surveillance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anomalies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performance,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page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qui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met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trop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temps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charger,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déclencher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alerte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enquêter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 problème.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Récupération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automatique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surcharge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serveur,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264795">
              <a:lnSpc>
                <a:spcPct val="103000"/>
              </a:lnSpc>
              <a:spcBef>
                <a:spcPts val="1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l'application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pourrait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rediriger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vers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version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allégée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site,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permettant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maintenir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expérience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qualité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malgré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technique.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3-Automatisation des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tests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d’erreurs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7620">
              <a:lnSpc>
                <a:spcPct val="103000"/>
              </a:lnSpc>
              <a:spcBef>
                <a:spcPts val="80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automatisation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tests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d'erreurs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approche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stratégique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consiste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outils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scripts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tester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manière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répétée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automatisée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afin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détecter,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anticiper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corriger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Contrairement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tests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manuels,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l'automatisation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tests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d'augmenter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couverture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tests,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réduire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temps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88025" cy="87528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287020">
              <a:lnSpc>
                <a:spcPct val="103000"/>
              </a:lnSpc>
              <a:spcBef>
                <a:spcPts val="3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nécessaire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exécution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d'améliorer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l'efficacité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équipes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développement.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 panose="02020603050405020304"/>
              <a:cs typeface="Times New Roman" panose="02020603050405020304"/>
            </a:endParaRPr>
          </a:p>
          <a:p>
            <a:pPr marL="12700" marR="490855">
              <a:lnSpc>
                <a:spcPts val="1840"/>
              </a:lnSpc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L'automatisation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tests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d'erreurs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être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valider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différents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types d'erreurs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ct val="100000"/>
              </a:lnSpc>
              <a:spcBef>
                <a:spcPts val="12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validation des entrées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43815">
              <a:lnSpc>
                <a:spcPct val="104000"/>
              </a:lnSpc>
              <a:spcBef>
                <a:spcPts val="1250"/>
              </a:spcBef>
            </a:pP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Tester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formats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incorrects,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manquantes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invalides,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dépassements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limites,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245745">
              <a:lnSpc>
                <a:spcPct val="103000"/>
              </a:lnSpc>
              <a:spcBef>
                <a:spcPts val="140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valider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champs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saisie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formulaire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(email,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passe,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etc.)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respectent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contraintes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longueur,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format,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logique d'application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67945" algn="just">
              <a:lnSpc>
                <a:spcPct val="103000"/>
              </a:lnSpc>
              <a:spcBef>
                <a:spcPts val="1255"/>
              </a:spcBef>
            </a:pP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Tester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l'application répond correctement aux conditions logiques.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 exemple, une commande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ne peut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 être passée si le stock est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insuffisant.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ct val="100000"/>
              </a:lnSpc>
              <a:spcBef>
                <a:spcPts val="146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liées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 des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exceptions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3335">
              <a:lnSpc>
                <a:spcPct val="103000"/>
              </a:lnSpc>
              <a:spcBef>
                <a:spcPts val="126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correctement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capturées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gérées,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comme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base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données, 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encore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d'API.Tester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l'application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plante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 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affiche 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messages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d'erreur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clairs.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 performance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ct val="104000"/>
              </a:lnSpc>
              <a:spcBef>
                <a:spcPts val="124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Automatiser des tests pour détecter des erreurs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performances,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temps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réponse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trop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longs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goulets d'étranglement.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 de sécurité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79755">
              <a:lnSpc>
                <a:spcPct val="103000"/>
              </a:lnSpc>
              <a:spcBef>
                <a:spcPts val="1260"/>
              </a:spcBef>
            </a:pP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Tester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vulnérabilités,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telles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l’injection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SQL,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cross-site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scripting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(XSS),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 des sessions,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d'interface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utilisateur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53100" cy="8332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664210">
              <a:lnSpc>
                <a:spcPct val="103000"/>
              </a:lnSpc>
              <a:spcBef>
                <a:spcPts val="3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Vérifier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l’interface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fonctionne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correctement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différentes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plateformes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(navigateurs,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appareils) 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divers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scénarios.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4-Sécurisation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ressources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 panose="02020603050405020304"/>
              <a:cs typeface="Times New Roman" panose="02020603050405020304"/>
            </a:endParaRPr>
          </a:p>
          <a:p>
            <a:pPr marL="12700" marR="48895">
              <a:lnSpc>
                <a:spcPct val="96000"/>
              </a:lnSpc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sécurisation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 ressources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aspect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fondamental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sécurité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dans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informatique.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implique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protéger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ressources,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telles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applications, 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services,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réseaux,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utilisateurs,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contre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accès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non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autorisés,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pertes,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dommages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abus. Elle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englobe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plusieurs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pratiques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techniques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visant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garantir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confidentialité,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l'intégrité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disponibilité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ressources.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Voici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guide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détaillé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meilleures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pratiques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techniques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sécuriser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ressources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 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informatique.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60985" indent="-248920">
              <a:lnSpc>
                <a:spcPct val="100000"/>
              </a:lnSpc>
              <a:spcBef>
                <a:spcPts val="1320"/>
              </a:spcBef>
              <a:buFont typeface="Times New Roman" panose="02020603050405020304"/>
              <a:buAutoNum type="alphaUcPeriod"/>
              <a:tabLst>
                <a:tab pos="26162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ypes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ressources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à sécuriser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410845">
              <a:lnSpc>
                <a:spcPts val="1850"/>
              </a:lnSpc>
              <a:spcBef>
                <a:spcPts val="144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ressources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sécuriser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varient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l’architecture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mais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incluent généralement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259080" lvl="1" indent="-228600">
              <a:lnSpc>
                <a:spcPct val="103000"/>
              </a:lnSpc>
              <a:spcBef>
                <a:spcPts val="121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données sensibles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Par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informations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personnelles,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bancaires,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secrets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commerciaux,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281940" lvl="1" indent="-228600">
              <a:lnSpc>
                <a:spcPct val="103000"/>
              </a:lnSpc>
              <a:spcBef>
                <a:spcPts val="1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infrastructures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réseau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Serveurs,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points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d'accès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pare-feu,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5080" lvl="1" indent="-228600">
              <a:lnSpc>
                <a:spcPct val="103000"/>
              </a:lnSpc>
              <a:spcBef>
                <a:spcPts val="1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applications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Logiciels,</a:t>
            </a:r>
            <a:r>
              <a:rPr sz="1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API,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interfaces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utilisateur,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bases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353695" lvl="1" indent="-228600">
              <a:lnSpc>
                <a:spcPts val="1990"/>
              </a:lnSpc>
              <a:spcBef>
                <a:spcPts val="7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utilisateurs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leurs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identifiants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Comptes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utilisateurs,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mots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passe,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privilèges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d'accès,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lvl="1" indent="-228600">
              <a:lnSpc>
                <a:spcPts val="1905"/>
              </a:lnSpc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dispositifs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physiques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Disques durs,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périphériques,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ct val="100000"/>
              </a:lnSpc>
              <a:spcBef>
                <a:spcPts val="7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serveurs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physiques,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50190" indent="-238125">
              <a:lnSpc>
                <a:spcPct val="100000"/>
              </a:lnSpc>
              <a:spcBef>
                <a:spcPts val="1465"/>
              </a:spcBef>
              <a:buFont typeface="Times New Roman" panose="02020603050405020304"/>
              <a:buAutoNum type="alphaUcPeriod" startAt="2"/>
              <a:tabLst>
                <a:tab pos="250825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ratiques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fondamentales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sécurisation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ressources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a.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Contrôle d’accès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(Access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Control)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60085" cy="73533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ct val="96000"/>
              </a:lnSpc>
              <a:spcBef>
                <a:spcPts val="18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contrôle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d'accès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consiste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définir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politiques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mécanismes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permettant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restreindre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l'accès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ressources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seuls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autorisés.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5060" y="1827530"/>
            <a:ext cx="8382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Symbol" panose="05050102010706020507"/>
                <a:cs typeface="Symbol" panose="05050102010706020507"/>
              </a:rPr>
              <a:t></a:t>
            </a:r>
            <a:endParaRPr sz="1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5060" y="1752854"/>
            <a:ext cx="5554980" cy="304228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241300" marR="5080">
              <a:lnSpc>
                <a:spcPct val="103000"/>
              </a:lnSpc>
              <a:spcBef>
                <a:spcPts val="3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Contrôle</a:t>
            </a:r>
            <a:r>
              <a:rPr sz="1600" b="1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d'accès</a:t>
            </a:r>
            <a:r>
              <a:rPr sz="1600" b="1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basé</a:t>
            </a:r>
            <a:r>
              <a:rPr sz="1600" b="1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rôles</a:t>
            </a:r>
            <a:r>
              <a:rPr sz="1600" b="1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(RBAC)</a:t>
            </a:r>
            <a:r>
              <a:rPr sz="1600" b="1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voient attribuer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rôle spécifique,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chaque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rôle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ensemble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permissions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d'accès. Par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administrateur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avoir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accès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complet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 ressources,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tandis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qu'un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standard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avoir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permissions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limitées.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240665" algn="l"/>
                <a:tab pos="2413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Contrôle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d'accès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basé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attributs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(ABAC)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modèle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marR="93980">
              <a:lnSpc>
                <a:spcPct val="103000"/>
              </a:lnSpc>
              <a:spcBef>
                <a:spcPts val="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politiques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plus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granulaires,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où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l'accès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basé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attributs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spécifiques,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localisation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l'utilisateur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l'heure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journée.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marR="9525" indent="-228600">
              <a:lnSpc>
                <a:spcPct val="103000"/>
              </a:lnSpc>
              <a:buSzPct val="63000"/>
              <a:buFont typeface="Symbol" panose="05050102010706020507"/>
              <a:buChar char=""/>
              <a:tabLst>
                <a:tab pos="240665" algn="l"/>
                <a:tab pos="2413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Principes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moindre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privilège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devraient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disposer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privilèges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minimaux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nécessaires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>
              <a:lnSpc>
                <a:spcPct val="100000"/>
              </a:lnSpc>
              <a:spcBef>
                <a:spcPts val="7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accomplir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leur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tâche.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460" y="4956289"/>
            <a:ext cx="5835650" cy="4641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b.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Authentification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autorisation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82880" indent="-228600">
              <a:lnSpc>
                <a:spcPct val="103000"/>
              </a:lnSpc>
              <a:spcBef>
                <a:spcPts val="125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Authentification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forte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renforcer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sécurité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ressources,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important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d'exiger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authentification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forte,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combinant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plusieurs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facteurs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(authentification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multi-facteurs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MFA).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passe associé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clé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sécurité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 un code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envoyé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SMS.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Contrôle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sessions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Assurez-vous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sessions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5080">
              <a:lnSpc>
                <a:spcPct val="103000"/>
              </a:lnSpc>
              <a:spcBef>
                <a:spcPts val="5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correctement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gérées,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avec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expirations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session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appropriées,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possibilité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déconnecter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proprement.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Utilisez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mécanismes</a:t>
            </a:r>
            <a:r>
              <a:rPr sz="16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session</a:t>
            </a:r>
            <a:r>
              <a:rPr sz="160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sécurisés</a:t>
            </a:r>
            <a:r>
              <a:rPr sz="16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éviter</a:t>
            </a:r>
            <a:r>
              <a:rPr sz="16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détournements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session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(session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hijacking).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54305" indent="-228600">
              <a:lnSpc>
                <a:spcPct val="103000"/>
              </a:lnSpc>
              <a:spcBef>
                <a:spcPts val="1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permissions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bonne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permissions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d'accès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garantit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applications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n'ont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accès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qu'aux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ressources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nécessaires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activité.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jamais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accorder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permissions administratives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non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nécessaires.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c. Cryptage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données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696585" cy="411670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22860">
              <a:lnSpc>
                <a:spcPts val="1820"/>
              </a:lnSpc>
              <a:spcBef>
                <a:spcPts val="24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cryptage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méthode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essentielle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sécuriser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ressources,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particulier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 sensibles.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55245" indent="-228600">
              <a:lnSpc>
                <a:spcPct val="103000"/>
              </a:lnSpc>
              <a:spcBef>
                <a:spcPts val="121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Cryptage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transit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protocoles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sécurisés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SSL/TLS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sécuriser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communications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serveurs.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protéger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 contre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l'écoute 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l'interception.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228600">
              <a:lnSpc>
                <a:spcPct val="103000"/>
              </a:lnSpc>
              <a:spcBef>
                <a:spcPts val="1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Cryptage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repos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Crypter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stockées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disques durs,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bases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dans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sauvegardes. Cela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permet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protéger 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informations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vol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d'accès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non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autorisé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 machine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physique.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Cryptage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clés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sécurité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essentiel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sécuriser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331470">
              <a:lnSpc>
                <a:spcPct val="103000"/>
              </a:lnSpc>
              <a:spcBef>
                <a:spcPts val="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clés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cryptographiques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elles-mêmes,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stockant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modules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sécurisés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ou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services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clés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(comme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AWS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KMS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Azure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Key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Vault).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d.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Sécurisation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applications et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API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5060" y="7478509"/>
            <a:ext cx="8382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Symbol" panose="05050102010706020507"/>
                <a:cs typeface="Symbol" panose="05050102010706020507"/>
              </a:rPr>
              <a:t></a:t>
            </a:r>
            <a:endParaRPr sz="1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5060" y="5134610"/>
            <a:ext cx="5491480" cy="304228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241300" marR="116205" indent="-228600">
              <a:lnSpc>
                <a:spcPct val="103000"/>
              </a:lnSpc>
              <a:spcBef>
                <a:spcPts val="30"/>
              </a:spcBef>
              <a:buSzPct val="63000"/>
              <a:buFont typeface="Symbol" panose="05050102010706020507"/>
              <a:buChar char=""/>
              <a:tabLst>
                <a:tab pos="240665" algn="l"/>
                <a:tab pos="2413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Protection contre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injections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attaques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injection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(SQL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injection,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XSS,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etc.)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courantes.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mécanismes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d'entrée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empêcher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attaques.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240665" algn="l"/>
                <a:tab pos="2413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Vérification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permissions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d'API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Limiter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l'accès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API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marR="46990">
              <a:lnSpc>
                <a:spcPct val="103000"/>
              </a:lnSpc>
              <a:spcBef>
                <a:spcPts val="1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s'assurant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seules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applications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autorisés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peuvent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appeler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certaines fonctions.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240665" algn="l"/>
                <a:tab pos="2413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Authentification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API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Mettre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authentification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marR="158115">
              <a:lnSpc>
                <a:spcPct val="103000"/>
              </a:lnSpc>
              <a:spcBef>
                <a:spcPts val="1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jeton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(par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OAuth2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JWT)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garantir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appels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d'API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sont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sécurisés.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marR="5715" algn="just">
              <a:lnSpc>
                <a:spcPct val="103000"/>
              </a:lnSpc>
              <a:spcBef>
                <a:spcPts val="5"/>
              </a:spcBef>
            </a:pP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Tests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 sécurité d'application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Effectuer des tests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sécurité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 des tests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pénétration pour identifier des vulnérabilités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remédier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attaquants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ne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exploitent.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460" y="8338058"/>
            <a:ext cx="5567680" cy="1184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e.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Sécurisation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réseaux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228600">
              <a:lnSpc>
                <a:spcPct val="103000"/>
              </a:lnSpc>
              <a:spcBef>
                <a:spcPts val="125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Pare-feu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filtrage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paquets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Mettre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place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pare-feu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filtrer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connexions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entrantes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sortantes,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empêcher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l'accès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non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autorisé aux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ressources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internes.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50560" cy="32194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469900" marR="93345" indent="-228600">
              <a:lnSpc>
                <a:spcPct val="103000"/>
              </a:lnSpc>
              <a:spcBef>
                <a:spcPts val="3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Segmentation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réseau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Diviser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sous-réseaux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limiter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l'impact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éventuelle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intrusion.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exemple,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séparer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employés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celui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qui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utilisé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clients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externes.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VPN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chiffrement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communications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internes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Utiliser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617855" algn="just">
              <a:lnSpc>
                <a:spcPct val="103000"/>
              </a:lnSpc>
              <a:spcBef>
                <a:spcPts val="15"/>
              </a:spcBef>
            </a:pP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VPN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(réseau privé virtuel)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garantir la sécurité 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communications internes et permettre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accès sécurisé à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distance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employés.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29845" indent="-228600">
              <a:lnSpc>
                <a:spcPct val="103000"/>
              </a:lnSpc>
              <a:spcBef>
                <a:spcPts val="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Systèmes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détection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prévention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 intrusions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(IDS/IPS)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surveillent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permanence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réseau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détecter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prévenir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tentatives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d'intrusion.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f.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Surveillance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continue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journaux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(Logging)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5060" y="5320538"/>
            <a:ext cx="8382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Symbol" panose="05050102010706020507"/>
                <a:cs typeface="Symbol" panose="05050102010706020507"/>
              </a:rPr>
              <a:t></a:t>
            </a:r>
            <a:endParaRPr sz="1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5060" y="4236961"/>
            <a:ext cx="5523865" cy="304228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241300" marR="5080" indent="-228600">
              <a:lnSpc>
                <a:spcPct val="103000"/>
              </a:lnSpc>
              <a:spcBef>
                <a:spcPts val="30"/>
              </a:spcBef>
              <a:buSzPct val="63000"/>
              <a:buFont typeface="Symbol" panose="05050102010706020507"/>
              <a:buChar char=""/>
              <a:tabLst>
                <a:tab pos="240665" algn="l"/>
                <a:tab pos="2413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Surveillance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temps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réel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 Implémenter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systèmes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surveillance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qui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comportements anormaux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suspects, comme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nombre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inhabituellement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élevé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tentatives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connexion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échouées.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marR="22860">
              <a:lnSpc>
                <a:spcPct val="103000"/>
              </a:lnSpc>
              <a:spcBef>
                <a:spcPts val="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journaux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(Logging)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Conserver 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journaux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détaillés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 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actions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effectuées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 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ressources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(qui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accédé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quoi,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quand,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comment,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etc.).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journaux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sont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cruciaux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incidents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sécurité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l’analyse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post-incident.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240665" algn="l"/>
                <a:tab pos="2413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Audit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régulier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Effectuer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audits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réguliers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marR="570230">
              <a:lnSpc>
                <a:spcPct val="103000"/>
              </a:lnSpc>
              <a:spcBef>
                <a:spcPts val="1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journaux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s'assurer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qu'il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n'y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violation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politiques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sécurité.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460" y="7440409"/>
            <a:ext cx="5755640" cy="194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g.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Sécurisation des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dispositifs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physiques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228600">
              <a:lnSpc>
                <a:spcPct val="103000"/>
              </a:lnSpc>
              <a:spcBef>
                <a:spcPts val="125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Accès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physique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sécurisé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Limiter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l'accès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physique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serveurs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 dispositifs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critiques.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verrous,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badges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d'accès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caméras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sécurité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protéger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l'infrastructure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physique.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32080" indent="-228600">
              <a:lnSpc>
                <a:spcPct val="103000"/>
              </a:lnSpc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Dispositifs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stockage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chiffrés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durs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stockage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chiffrés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garantir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que,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même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75030"/>
            <a:ext cx="5769610" cy="775017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69900" marR="447040">
              <a:lnSpc>
                <a:spcPct val="103000"/>
              </a:lnSpc>
              <a:spcBef>
                <a:spcPts val="3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vol ou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perte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dispositif,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restent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protégées.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Surveillance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équipements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Mettre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69215">
              <a:lnSpc>
                <a:spcPct val="103000"/>
              </a:lnSpc>
              <a:spcBef>
                <a:spcPts val="1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mécanismes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surveillance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toute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tentative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d'accès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physique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non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autorisé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dispositifs.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h.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Plan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réponse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incidents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(Incident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Response)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228600">
              <a:lnSpc>
                <a:spcPct val="103000"/>
              </a:lnSpc>
              <a:spcBef>
                <a:spcPts val="1255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Préparation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incidents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Mettre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place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un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réponse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aux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incidents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détecter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rapidement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toute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tentative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violation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sécurité.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inclut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mise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place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d’une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équipe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d’intervention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d’une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procédure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claire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limiter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dégâts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restaurer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services.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294005" indent="-228600">
              <a:lnSpc>
                <a:spcPts val="1990"/>
              </a:lnSpc>
              <a:spcBef>
                <a:spcPts val="7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Tests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réguliers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Effectuer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simulations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d'incidents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sécurité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tester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réactivité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l'efficacité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votre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réponse.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D.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Bonnes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pratiques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sécurisation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ressources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27635" indent="-228600" algn="just">
              <a:lnSpc>
                <a:spcPct val="103000"/>
              </a:lnSpc>
              <a:spcBef>
                <a:spcPts val="1255"/>
              </a:spcBef>
              <a:buSzPct val="63000"/>
              <a:buFont typeface="Symbol" panose="05050102010706020507"/>
              <a:buChar char=""/>
              <a:tabLst>
                <a:tab pos="469900" algn="l"/>
              </a:tabLst>
            </a:pP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Mettre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à jour régulièrement les systèmes et les logiciels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patcher les vulnérabilités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sécurité et éviter qu'elles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soient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exploitées.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26670" indent="-228600" algn="just">
              <a:lnSpc>
                <a:spcPct val="103000"/>
              </a:lnSpc>
              <a:buSzPct val="63000"/>
              <a:buFont typeface="Symbol" panose="05050102010706020507"/>
              <a:buChar char=""/>
              <a:tabLst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Former les utilisateurs et les employés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 la sécurité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informatique,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notamment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bonnes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pratiques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algn="just">
              <a:lnSpc>
                <a:spcPct val="100000"/>
              </a:lnSpc>
              <a:spcBef>
                <a:spcPts val="70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mots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passe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reconnaissance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tentatives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phishing.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indent="-228600" algn="just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Appliquer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principes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sécurité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dès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conception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228600">
              <a:lnSpc>
                <a:spcPct val="103000"/>
              </a:lnSpc>
              <a:spcBef>
                <a:spcPts val="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(Security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Design)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Intégrer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 sécurité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dès 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début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développement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applications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plutôt que 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l'ajouter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après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coup.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SzPct val="63000"/>
              <a:buFont typeface="Symbol" panose="05050102010706020507"/>
              <a:buChar char="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Effectuer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tests</a:t>
            </a:r>
            <a:r>
              <a:rPr sz="16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pénétration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réguliers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identifier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900" marR="116205">
              <a:lnSpc>
                <a:spcPct val="103000"/>
              </a:lnSpc>
              <a:spcBef>
                <a:spcPts val="1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faiblesses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potentielles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remédier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attaquants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puissent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exploiter.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868680"/>
            <a:ext cx="5760085" cy="25806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VII.</a:t>
            </a:r>
            <a:r>
              <a:rPr sz="2000" b="1" spc="-3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Conclusion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96000"/>
              </a:lnSpc>
              <a:spcBef>
                <a:spcPts val="1595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détection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aspects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cruciaux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maintenance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informatiques.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peuvent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perturber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opérations, affecter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performances,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voire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entraîner 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perte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données.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donc essentiel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mettre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place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mécanismes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proactive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rapide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pour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minimiser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l'impact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l'entreprise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ses utilisateurs.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Points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clés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des erreurs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5060" y="6919074"/>
            <a:ext cx="139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4.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5060" y="3592309"/>
            <a:ext cx="5486400" cy="430276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241300" marR="5080" indent="-228600">
              <a:lnSpc>
                <a:spcPct val="103000"/>
              </a:lnSpc>
              <a:spcBef>
                <a:spcPts val="30"/>
              </a:spcBef>
              <a:buSzPct val="75000"/>
              <a:buFont typeface="Times New Roman" panose="02020603050405020304"/>
              <a:buAutoNum type="arabicPeriod"/>
              <a:tabLst>
                <a:tab pos="2413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Détection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précoce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L'utilisation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d'outils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surveillance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diagnostic,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tels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que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journaux système,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outils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périphériques,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alertes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santé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(comme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S.M.A.R.T.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pour 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disques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durs) permet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détecter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avant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qu'elles n'affectent gravement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marR="22225" indent="-228600">
              <a:lnSpc>
                <a:spcPct val="103000"/>
              </a:lnSpc>
              <a:buSzPct val="75000"/>
              <a:buFont typeface="Times New Roman" panose="02020603050405020304"/>
              <a:buAutoNum type="arabicPeriod"/>
              <a:tabLst>
                <a:tab pos="2413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Diagnostic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rapide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Lorsqu'une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détectée,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il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est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crucial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rapidement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identifier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source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du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problème,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qu'il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s'agisse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marR="129540">
              <a:lnSpc>
                <a:spcPct val="103000"/>
              </a:lnSpc>
              <a:spcBef>
                <a:spcPts val="10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d'une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défaillance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matérielle,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d'un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problème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communication,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d'un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conflit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pilotes.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marR="226060" indent="-228600">
              <a:lnSpc>
                <a:spcPct val="103000"/>
              </a:lnSpc>
              <a:spcBef>
                <a:spcPts val="10"/>
              </a:spcBef>
              <a:buSzPct val="75000"/>
              <a:buFont typeface="Times New Roman" panose="02020603050405020304"/>
              <a:buAutoNum type="arabicPeriod" startAt="3"/>
              <a:tabLst>
                <a:tab pos="241300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Réparations ou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remplacement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fonction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nature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l'erreur,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peut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impliquer 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mise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jour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pilotes, la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réinstallation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périphérique,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dans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plus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graves, le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remplacement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matériel défectueux.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marR="124460">
              <a:lnSpc>
                <a:spcPct val="103000"/>
              </a:lnSpc>
              <a:spcBef>
                <a:spcPts val="10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Prévention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pratiques comme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mise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jour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régulière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pilotes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firmwares,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ainsi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qu'une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surveillance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proactive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l'état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périphériques, permettent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réduire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risques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défaillance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long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terme.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460" y="8056118"/>
            <a:ext cx="5719445" cy="16706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ct val="96000"/>
              </a:lnSpc>
              <a:spcBef>
                <a:spcPts val="17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Enfin, la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gestion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efficace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périphériques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contribue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non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seulement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maintenir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stabilité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systèmes,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mais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aussi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à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optimiser </a:t>
            </a:r>
            <a:r>
              <a:rPr sz="16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performances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sécurité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globales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système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informatique.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En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adoptant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approche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structurée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détection, d'identification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résolution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erreurs,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entreprises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peuvent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assurer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expérience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utilisateur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fluide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minimiser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les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interruptions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service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causées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par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défaillances matérielles.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2772" y="430530"/>
            <a:ext cx="5874385" cy="9831070"/>
          </a:xfrm>
          <a:custGeom>
            <a:avLst/>
            <a:gdLst/>
            <a:ahLst/>
            <a:cxnLst/>
            <a:rect l="l" t="t" r="r" b="b"/>
            <a:pathLst>
              <a:path w="5874384" h="9831070">
                <a:moveTo>
                  <a:pt x="0" y="3048"/>
                </a:moveTo>
                <a:lnTo>
                  <a:pt x="5874131" y="3048"/>
                </a:lnTo>
              </a:path>
              <a:path w="5874384" h="9831070">
                <a:moveTo>
                  <a:pt x="0" y="9827768"/>
                </a:moveTo>
                <a:lnTo>
                  <a:pt x="5874131" y="9827768"/>
                </a:lnTo>
              </a:path>
              <a:path w="5874384" h="9831070">
                <a:moveTo>
                  <a:pt x="3047" y="0"/>
                </a:moveTo>
                <a:lnTo>
                  <a:pt x="3047" y="9830816"/>
                </a:lnTo>
              </a:path>
              <a:path w="5874384" h="9831070">
                <a:moveTo>
                  <a:pt x="5871083" y="6096"/>
                </a:moveTo>
                <a:lnTo>
                  <a:pt x="5871083" y="9830816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60000">
        <p:zoom dir="in"/>
      </p:transition>
    </mc:Choice>
    <mc:Fallback>
      <p:transition spd="slow" advTm="60000">
        <p:zoom dir="in"/>
      </p:transition>
    </mc:Fallback>
  </mc:AlternateContent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51335</Words>
  <Application>WPS Presentation</Application>
  <PresentationFormat>On-screen Show (4:3)</PresentationFormat>
  <Paragraphs>624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8" baseType="lpstr">
      <vt:lpstr>Arial</vt:lpstr>
      <vt:lpstr>SimSun</vt:lpstr>
      <vt:lpstr>Wingdings</vt:lpstr>
      <vt:lpstr>Calibri</vt:lpstr>
      <vt:lpstr>Arial MT</vt:lpstr>
      <vt:lpstr>Times New Roman</vt:lpstr>
      <vt:lpstr>Microsoft YaHei</vt:lpstr>
      <vt:lpstr>Arial Unicode MS</vt:lpstr>
      <vt:lpstr>Symbol</vt:lpstr>
      <vt:lpstr>Business Cooperate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Hortice ADOGNIBO</cp:lastModifiedBy>
  <cp:revision>2</cp:revision>
  <dcterms:created xsi:type="dcterms:W3CDTF">2024-11-20T12:55:45Z</dcterms:created>
  <dcterms:modified xsi:type="dcterms:W3CDTF">2024-11-20T13:13:00Z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2024-11-20T01:00:00Z</vt:filetime>
  </property>
  <property fmtid="{D5CDD505-2E9C-101B-9397-08002B2CF9AE}" pid="3" name="Creator">
    <vt:lpwstr>WPS Writer</vt:lpwstr>
  </property>
  <property fmtid="{D5CDD505-2E9C-101B-9397-08002B2CF9AE}" pid="4" name="LastSaved">
    <vt:filetime>2024-11-20T01:00:00Z</vt:filetime>
  </property>
  <property fmtid="{D5CDD505-2E9C-101B-9397-08002B2CF9AE}" pid="5" name="ICV">
    <vt:lpwstr>29069F8D263049FBAC71C8432F488E9D_12</vt:lpwstr>
  </property>
  <property fmtid="{D5CDD505-2E9C-101B-9397-08002B2CF9AE}" pid="6" name="KSOProductBuildVer">
    <vt:lpwstr>1036-12.2.0.18911</vt:lpwstr>
  </property>
</Properties>
</file>